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6" r:id="rId1"/>
  </p:sldMasterIdLst>
  <p:notesMasterIdLst>
    <p:notesMasterId r:id="rId14"/>
  </p:notesMasterIdLst>
  <p:sldIdLst>
    <p:sldId id="256" r:id="rId2"/>
    <p:sldId id="261" r:id="rId3"/>
    <p:sldId id="262" r:id="rId4"/>
    <p:sldId id="274" r:id="rId5"/>
    <p:sldId id="267" r:id="rId6"/>
    <p:sldId id="268" r:id="rId7"/>
    <p:sldId id="269" r:id="rId8"/>
    <p:sldId id="270" r:id="rId9"/>
    <p:sldId id="266" r:id="rId10"/>
    <p:sldId id="263" r:id="rId11"/>
    <p:sldId id="273" r:id="rId12"/>
    <p:sldId id="260" r:id="rId13"/>
  </p:sldIdLst>
  <p:sldSz cx="9144000" cy="6858000" type="screen4x3"/>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F6745B-4758-004E-B8D6-C6E5EF87DC7E}" v="26" dt="2026-04-14T11:50:11.352"/>
    <p1510:client id="{AD2DCDDA-D6E0-144B-A8C3-9A8E54AC9401}" v="11" dt="2026-04-14T12:50:20.3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68"/>
    <p:restoredTop sz="94558"/>
  </p:normalViewPr>
  <p:slideViewPr>
    <p:cSldViewPr snapToGrid="0" snapToObjects="1">
      <p:cViewPr varScale="1">
        <p:scale>
          <a:sx n="104" d="100"/>
          <a:sy n="104" d="100"/>
        </p:scale>
        <p:origin x="216" y="5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Sweet" userId="667ae3f1-a29f-44ef-a1e5-c5a6e2109699" providerId="ADAL" clId="{31478C3C-9D07-5340-9D5A-FFFCC7F933AB}"/>
    <pc:docChg chg="undo custSel mod addSld delSld modSld">
      <pc:chgData name="Sarah Sweet" userId="667ae3f1-a29f-44ef-a1e5-c5a6e2109699" providerId="ADAL" clId="{31478C3C-9D07-5340-9D5A-FFFCC7F933AB}" dt="2026-04-14T12:50:20.387" v="523" actId="1076"/>
      <pc:docMkLst>
        <pc:docMk/>
      </pc:docMkLst>
      <pc:sldChg chg="add del">
        <pc:chgData name="Sarah Sweet" userId="667ae3f1-a29f-44ef-a1e5-c5a6e2109699" providerId="ADAL" clId="{31478C3C-9D07-5340-9D5A-FFFCC7F933AB}" dt="2026-04-14T03:40:15.065" v="1"/>
        <pc:sldMkLst>
          <pc:docMk/>
          <pc:sldMk cId="2896067472" sldId="258"/>
        </pc:sldMkLst>
      </pc:sldChg>
      <pc:sldChg chg="del mod modShow">
        <pc:chgData name="Sarah Sweet" userId="667ae3f1-a29f-44ef-a1e5-c5a6e2109699" providerId="ADAL" clId="{31478C3C-9D07-5340-9D5A-FFFCC7F933AB}" dt="2026-04-14T12:45:36.856" v="520" actId="2696"/>
        <pc:sldMkLst>
          <pc:docMk/>
          <pc:sldMk cId="3417966901" sldId="259"/>
        </pc:sldMkLst>
      </pc:sldChg>
      <pc:sldChg chg="addSp delSp modSp mod">
        <pc:chgData name="Sarah Sweet" userId="667ae3f1-a29f-44ef-a1e5-c5a6e2109699" providerId="ADAL" clId="{31478C3C-9D07-5340-9D5A-FFFCC7F933AB}" dt="2026-04-14T03:42:07.470" v="58" actId="26606"/>
        <pc:sldMkLst>
          <pc:docMk/>
          <pc:sldMk cId="1723407641" sldId="260"/>
        </pc:sldMkLst>
        <pc:spChg chg="del">
          <ac:chgData name="Sarah Sweet" userId="667ae3f1-a29f-44ef-a1e5-c5a6e2109699" providerId="ADAL" clId="{31478C3C-9D07-5340-9D5A-FFFCC7F933AB}" dt="2026-04-14T03:42:01.099" v="57" actId="478"/>
          <ac:spMkLst>
            <pc:docMk/>
            <pc:sldMk cId="1723407641" sldId="260"/>
            <ac:spMk id="2" creationId="{7ACE023F-97C7-B343-98BC-04E5D792C44A}"/>
          </ac:spMkLst>
        </pc:spChg>
        <pc:spChg chg="add del mod">
          <ac:chgData name="Sarah Sweet" userId="667ae3f1-a29f-44ef-a1e5-c5a6e2109699" providerId="ADAL" clId="{31478C3C-9D07-5340-9D5A-FFFCC7F933AB}" dt="2026-04-14T03:41:55.197" v="56"/>
          <ac:spMkLst>
            <pc:docMk/>
            <pc:sldMk cId="1723407641" sldId="260"/>
            <ac:spMk id="4" creationId="{B3CC4F95-F5E0-9EB5-8A01-9B90114CC5B3}"/>
          </ac:spMkLst>
        </pc:spChg>
        <pc:spChg chg="add del mod">
          <ac:chgData name="Sarah Sweet" userId="667ae3f1-a29f-44ef-a1e5-c5a6e2109699" providerId="ADAL" clId="{31478C3C-9D07-5340-9D5A-FFFCC7F933AB}" dt="2026-04-14T03:42:07.470" v="58" actId="26606"/>
          <ac:spMkLst>
            <pc:docMk/>
            <pc:sldMk cId="1723407641" sldId="260"/>
            <ac:spMk id="9" creationId="{53C4C3FE-560B-DA05-38E7-AD01E5C06B23}"/>
          </ac:spMkLst>
        </pc:spChg>
        <pc:spChg chg="del">
          <ac:chgData name="Sarah Sweet" userId="667ae3f1-a29f-44ef-a1e5-c5a6e2109699" providerId="ADAL" clId="{31478C3C-9D07-5340-9D5A-FFFCC7F933AB}" dt="2026-04-14T03:42:07.470" v="58" actId="26606"/>
          <ac:spMkLst>
            <pc:docMk/>
            <pc:sldMk cId="1723407641" sldId="260"/>
            <ac:spMk id="10" creationId="{46C2E80F-49A6-4372-B103-219D417A55ED}"/>
          </ac:spMkLst>
        </pc:spChg>
        <pc:spChg chg="add">
          <ac:chgData name="Sarah Sweet" userId="667ae3f1-a29f-44ef-a1e5-c5a6e2109699" providerId="ADAL" clId="{31478C3C-9D07-5340-9D5A-FFFCC7F933AB}" dt="2026-04-14T03:42:07.470" v="58" actId="26606"/>
          <ac:spMkLst>
            <pc:docMk/>
            <pc:sldMk cId="1723407641" sldId="260"/>
            <ac:spMk id="15" creationId="{32BC26D8-82FB-445E-AA49-62A77D7C1EE0}"/>
          </ac:spMkLst>
        </pc:spChg>
        <pc:spChg chg="add">
          <ac:chgData name="Sarah Sweet" userId="667ae3f1-a29f-44ef-a1e5-c5a6e2109699" providerId="ADAL" clId="{31478C3C-9D07-5340-9D5A-FFFCC7F933AB}" dt="2026-04-14T03:42:07.470" v="58" actId="26606"/>
          <ac:spMkLst>
            <pc:docMk/>
            <pc:sldMk cId="1723407641" sldId="260"/>
            <ac:spMk id="17" creationId="{CB44330D-EA18-4254-AA95-EB49948539B8}"/>
          </ac:spMkLst>
        </pc:spChg>
        <pc:graphicFrameChg chg="del mod">
          <ac:chgData name="Sarah Sweet" userId="667ae3f1-a29f-44ef-a1e5-c5a6e2109699" providerId="ADAL" clId="{31478C3C-9D07-5340-9D5A-FFFCC7F933AB}" dt="2026-04-14T03:41:51.646" v="54" actId="478"/>
          <ac:graphicFrameMkLst>
            <pc:docMk/>
            <pc:sldMk cId="1723407641" sldId="260"/>
            <ac:graphicFrameMk id="5" creationId="{5669AEF2-54D3-4494-849C-73024CB86B23}"/>
          </ac:graphicFrameMkLst>
        </pc:graphicFrameChg>
        <pc:picChg chg="add mod ord">
          <ac:chgData name="Sarah Sweet" userId="667ae3f1-a29f-44ef-a1e5-c5a6e2109699" providerId="ADAL" clId="{31478C3C-9D07-5340-9D5A-FFFCC7F933AB}" dt="2026-04-14T03:42:07.470" v="58" actId="26606"/>
          <ac:picMkLst>
            <pc:docMk/>
            <pc:sldMk cId="1723407641" sldId="260"/>
            <ac:picMk id="7" creationId="{264F7730-B9A2-1ECE-1E0A-F1489A0A05FB}"/>
          </ac:picMkLst>
        </pc:picChg>
      </pc:sldChg>
      <pc:sldChg chg="addSp delSp modSp mod">
        <pc:chgData name="Sarah Sweet" userId="667ae3f1-a29f-44ef-a1e5-c5a6e2109699" providerId="ADAL" clId="{31478C3C-9D07-5340-9D5A-FFFCC7F933AB}" dt="2026-04-14T11:47:55.887" v="274" actId="20577"/>
        <pc:sldMkLst>
          <pc:docMk/>
          <pc:sldMk cId="1405730493" sldId="262"/>
        </pc:sldMkLst>
        <pc:spChg chg="add del mod">
          <ac:chgData name="Sarah Sweet" userId="667ae3f1-a29f-44ef-a1e5-c5a6e2109699" providerId="ADAL" clId="{31478C3C-9D07-5340-9D5A-FFFCC7F933AB}" dt="2026-04-14T11:47:55.887" v="274" actId="20577"/>
          <ac:spMkLst>
            <pc:docMk/>
            <pc:sldMk cId="1405730493" sldId="262"/>
            <ac:spMk id="3" creationId="{DBEB9EBC-FA9E-4149-A2F7-465EB7B45CBE}"/>
          </ac:spMkLst>
        </pc:spChg>
        <pc:spChg chg="add">
          <ac:chgData name="Sarah Sweet" userId="667ae3f1-a29f-44ef-a1e5-c5a6e2109699" providerId="ADAL" clId="{31478C3C-9D07-5340-9D5A-FFFCC7F933AB}" dt="2026-04-14T11:43:40.665" v="69"/>
          <ac:spMkLst>
            <pc:docMk/>
            <pc:sldMk cId="1405730493" sldId="262"/>
            <ac:spMk id="4" creationId="{7D327DE9-95B7-A5D3-F594-3E5CF01571E9}"/>
          </ac:spMkLst>
        </pc:spChg>
        <pc:spChg chg="add del mod">
          <ac:chgData name="Sarah Sweet" userId="667ae3f1-a29f-44ef-a1e5-c5a6e2109699" providerId="ADAL" clId="{31478C3C-9D07-5340-9D5A-FFFCC7F933AB}" dt="2026-04-14T11:44:09.247" v="76" actId="21"/>
          <ac:spMkLst>
            <pc:docMk/>
            <pc:sldMk cId="1405730493" sldId="262"/>
            <ac:spMk id="6" creationId="{2A15A640-8194-8388-2BB4-65AA511BC329}"/>
          </ac:spMkLst>
        </pc:spChg>
        <pc:spChg chg="add mod">
          <ac:chgData name="Sarah Sweet" userId="667ae3f1-a29f-44ef-a1e5-c5a6e2109699" providerId="ADAL" clId="{31478C3C-9D07-5340-9D5A-FFFCC7F933AB}" dt="2026-04-14T11:43:48.970" v="72" actId="478"/>
          <ac:spMkLst>
            <pc:docMk/>
            <pc:sldMk cId="1405730493" sldId="262"/>
            <ac:spMk id="7" creationId="{BBCF0A6B-A676-4CAD-79A7-0FFA80A0B5AE}"/>
          </ac:spMkLst>
        </pc:spChg>
        <pc:spChg chg="add mod">
          <ac:chgData name="Sarah Sweet" userId="667ae3f1-a29f-44ef-a1e5-c5a6e2109699" providerId="ADAL" clId="{31478C3C-9D07-5340-9D5A-FFFCC7F933AB}" dt="2026-04-14T11:44:05.330" v="75"/>
          <ac:spMkLst>
            <pc:docMk/>
            <pc:sldMk cId="1405730493" sldId="262"/>
            <ac:spMk id="8" creationId="{DB3B95C9-76A9-260B-F553-EC0E41682E55}"/>
          </ac:spMkLst>
        </pc:spChg>
      </pc:sldChg>
      <pc:sldChg chg="modSp mod">
        <pc:chgData name="Sarah Sweet" userId="667ae3f1-a29f-44ef-a1e5-c5a6e2109699" providerId="ADAL" clId="{31478C3C-9D07-5340-9D5A-FFFCC7F933AB}" dt="2026-04-14T12:36:08.317" v="308" actId="20577"/>
        <pc:sldMkLst>
          <pc:docMk/>
          <pc:sldMk cId="2108576849" sldId="263"/>
        </pc:sldMkLst>
        <pc:spChg chg="mod">
          <ac:chgData name="Sarah Sweet" userId="667ae3f1-a29f-44ef-a1e5-c5a6e2109699" providerId="ADAL" clId="{31478C3C-9D07-5340-9D5A-FFFCC7F933AB}" dt="2026-04-14T12:36:08.317" v="308" actId="20577"/>
          <ac:spMkLst>
            <pc:docMk/>
            <pc:sldMk cId="2108576849" sldId="263"/>
            <ac:spMk id="3" creationId="{659A889D-E8E8-5A4E-AA22-84722B3E16FD}"/>
          </ac:spMkLst>
        </pc:spChg>
      </pc:sldChg>
      <pc:sldChg chg="del">
        <pc:chgData name="Sarah Sweet" userId="667ae3f1-a29f-44ef-a1e5-c5a6e2109699" providerId="ADAL" clId="{31478C3C-9D07-5340-9D5A-FFFCC7F933AB}" dt="2026-04-14T03:41:15.792" v="12" actId="2696"/>
        <pc:sldMkLst>
          <pc:docMk/>
          <pc:sldMk cId="2434371868" sldId="264"/>
        </pc:sldMkLst>
      </pc:sldChg>
      <pc:sldChg chg="addSp delSp modSp add mod">
        <pc:chgData name="Sarah Sweet" userId="667ae3f1-a29f-44ef-a1e5-c5a6e2109699" providerId="ADAL" clId="{31478C3C-9D07-5340-9D5A-FFFCC7F933AB}" dt="2026-04-14T12:42:51.644" v="408" actId="20577"/>
        <pc:sldMkLst>
          <pc:docMk/>
          <pc:sldMk cId="537380260" sldId="267"/>
        </pc:sldMkLst>
        <pc:spChg chg="add mod">
          <ac:chgData name="Sarah Sweet" userId="667ae3f1-a29f-44ef-a1e5-c5a6e2109699" providerId="ADAL" clId="{31478C3C-9D07-5340-9D5A-FFFCC7F933AB}" dt="2026-04-14T12:42:34.180" v="379"/>
          <ac:spMkLst>
            <pc:docMk/>
            <pc:sldMk cId="537380260" sldId="267"/>
            <ac:spMk id="2" creationId="{6263D360-D6A1-E410-B790-A00C7A2A1293}"/>
          </ac:spMkLst>
        </pc:spChg>
        <pc:spChg chg="add mod">
          <ac:chgData name="Sarah Sweet" userId="667ae3f1-a29f-44ef-a1e5-c5a6e2109699" providerId="ADAL" clId="{31478C3C-9D07-5340-9D5A-FFFCC7F933AB}" dt="2026-04-14T12:42:36.634" v="381" actId="767"/>
          <ac:spMkLst>
            <pc:docMk/>
            <pc:sldMk cId="537380260" sldId="267"/>
            <ac:spMk id="5" creationId="{BFCE2413-1201-E1D1-A32A-B02251174865}"/>
          </ac:spMkLst>
        </pc:spChg>
        <pc:spChg chg="add mod">
          <ac:chgData name="Sarah Sweet" userId="667ae3f1-a29f-44ef-a1e5-c5a6e2109699" providerId="ADAL" clId="{31478C3C-9D07-5340-9D5A-FFFCC7F933AB}" dt="2026-04-14T12:42:38.336" v="383" actId="767"/>
          <ac:spMkLst>
            <pc:docMk/>
            <pc:sldMk cId="537380260" sldId="267"/>
            <ac:spMk id="6" creationId="{EE97A0BE-34C3-0ED9-6DE9-8767D3592B25}"/>
          </ac:spMkLst>
        </pc:spChg>
        <pc:spChg chg="add mod">
          <ac:chgData name="Sarah Sweet" userId="667ae3f1-a29f-44ef-a1e5-c5a6e2109699" providerId="ADAL" clId="{31478C3C-9D07-5340-9D5A-FFFCC7F933AB}" dt="2026-04-14T12:42:51.644" v="408" actId="20577"/>
          <ac:spMkLst>
            <pc:docMk/>
            <pc:sldMk cId="537380260" sldId="267"/>
            <ac:spMk id="7" creationId="{A89E7931-4A9B-4264-E8BD-A7B0BC036176}"/>
          </ac:spMkLst>
        </pc:spChg>
        <pc:picChg chg="del">
          <ac:chgData name="Sarah Sweet" userId="667ae3f1-a29f-44ef-a1e5-c5a6e2109699" providerId="ADAL" clId="{31478C3C-9D07-5340-9D5A-FFFCC7F933AB}" dt="2026-04-14T12:42:32.355" v="378" actId="478"/>
          <ac:picMkLst>
            <pc:docMk/>
            <pc:sldMk cId="537380260" sldId="267"/>
            <ac:picMk id="3" creationId="{42AF246A-89C8-56A4-6B8D-A8E582C38929}"/>
          </ac:picMkLst>
        </pc:picChg>
      </pc:sldChg>
      <pc:sldChg chg="addSp delSp modSp add mod">
        <pc:chgData name="Sarah Sweet" userId="667ae3f1-a29f-44ef-a1e5-c5a6e2109699" providerId="ADAL" clId="{31478C3C-9D07-5340-9D5A-FFFCC7F933AB}" dt="2026-04-14T12:43:21.494" v="428" actId="20577"/>
        <pc:sldMkLst>
          <pc:docMk/>
          <pc:sldMk cId="2496531772" sldId="268"/>
        </pc:sldMkLst>
        <pc:spChg chg="add mod">
          <ac:chgData name="Sarah Sweet" userId="667ae3f1-a29f-44ef-a1e5-c5a6e2109699" providerId="ADAL" clId="{31478C3C-9D07-5340-9D5A-FFFCC7F933AB}" dt="2026-04-14T12:43:21.494" v="428" actId="20577"/>
          <ac:spMkLst>
            <pc:docMk/>
            <pc:sldMk cId="2496531772" sldId="268"/>
            <ac:spMk id="2" creationId="{3BDC7C8F-CE15-124F-BDC2-D3E0D92770D3}"/>
          </ac:spMkLst>
        </pc:spChg>
        <pc:picChg chg="del">
          <ac:chgData name="Sarah Sweet" userId="667ae3f1-a29f-44ef-a1e5-c5a6e2109699" providerId="ADAL" clId="{31478C3C-9D07-5340-9D5A-FFFCC7F933AB}" dt="2026-04-14T12:42:57.611" v="409" actId="478"/>
          <ac:picMkLst>
            <pc:docMk/>
            <pc:sldMk cId="2496531772" sldId="268"/>
            <ac:picMk id="3" creationId="{7B327D2E-02AF-4EA4-8B70-28955D82D2B3}"/>
          </ac:picMkLst>
        </pc:picChg>
      </pc:sldChg>
      <pc:sldChg chg="addSp delSp modSp add mod">
        <pc:chgData name="Sarah Sweet" userId="667ae3f1-a29f-44ef-a1e5-c5a6e2109699" providerId="ADAL" clId="{31478C3C-9D07-5340-9D5A-FFFCC7F933AB}" dt="2026-04-14T12:43:30.292" v="446" actId="20577"/>
        <pc:sldMkLst>
          <pc:docMk/>
          <pc:sldMk cId="3557620068" sldId="269"/>
        </pc:sldMkLst>
        <pc:spChg chg="add mod">
          <ac:chgData name="Sarah Sweet" userId="667ae3f1-a29f-44ef-a1e5-c5a6e2109699" providerId="ADAL" clId="{31478C3C-9D07-5340-9D5A-FFFCC7F933AB}" dt="2026-04-14T12:43:30.292" v="446" actId="20577"/>
          <ac:spMkLst>
            <pc:docMk/>
            <pc:sldMk cId="3557620068" sldId="269"/>
            <ac:spMk id="2" creationId="{347075F7-39D3-28A3-63A1-FF6A045BDF33}"/>
          </ac:spMkLst>
        </pc:spChg>
        <pc:picChg chg="del">
          <ac:chgData name="Sarah Sweet" userId="667ae3f1-a29f-44ef-a1e5-c5a6e2109699" providerId="ADAL" clId="{31478C3C-9D07-5340-9D5A-FFFCC7F933AB}" dt="2026-04-14T12:43:25.390" v="429" actId="478"/>
          <ac:picMkLst>
            <pc:docMk/>
            <pc:sldMk cId="3557620068" sldId="269"/>
            <ac:picMk id="3" creationId="{C0B9A52E-5A79-D7CE-E7F6-4EDC2867E142}"/>
          </ac:picMkLst>
        </pc:picChg>
      </pc:sldChg>
      <pc:sldChg chg="addSp delSp modSp add mod">
        <pc:chgData name="Sarah Sweet" userId="667ae3f1-a29f-44ef-a1e5-c5a6e2109699" providerId="ADAL" clId="{31478C3C-9D07-5340-9D5A-FFFCC7F933AB}" dt="2026-04-14T12:50:20.387" v="523" actId="1076"/>
        <pc:sldMkLst>
          <pc:docMk/>
          <pc:sldMk cId="1814649071" sldId="270"/>
        </pc:sldMkLst>
        <pc:spChg chg="add mod">
          <ac:chgData name="Sarah Sweet" userId="667ae3f1-a29f-44ef-a1e5-c5a6e2109699" providerId="ADAL" clId="{31478C3C-9D07-5340-9D5A-FFFCC7F933AB}" dt="2026-04-14T12:50:20.387" v="523" actId="1076"/>
          <ac:spMkLst>
            <pc:docMk/>
            <pc:sldMk cId="1814649071" sldId="270"/>
            <ac:spMk id="2" creationId="{003402C9-9F9A-80AE-973F-F420D4570463}"/>
          </ac:spMkLst>
        </pc:spChg>
        <pc:spChg chg="add mod">
          <ac:chgData name="Sarah Sweet" userId="667ae3f1-a29f-44ef-a1e5-c5a6e2109699" providerId="ADAL" clId="{31478C3C-9D07-5340-9D5A-FFFCC7F933AB}" dt="2026-04-14T12:48:29.038" v="522" actId="1076"/>
          <ac:spMkLst>
            <pc:docMk/>
            <pc:sldMk cId="1814649071" sldId="270"/>
            <ac:spMk id="4" creationId="{61A5A44D-5624-383C-877B-160E4033E858}"/>
          </ac:spMkLst>
        </pc:spChg>
        <pc:picChg chg="del">
          <ac:chgData name="Sarah Sweet" userId="667ae3f1-a29f-44ef-a1e5-c5a6e2109699" providerId="ADAL" clId="{31478C3C-9D07-5340-9D5A-FFFCC7F933AB}" dt="2026-04-14T12:41:45.494" v="367" actId="478"/>
          <ac:picMkLst>
            <pc:docMk/>
            <pc:sldMk cId="1814649071" sldId="270"/>
            <ac:picMk id="3" creationId="{FA555902-0C7F-8DF5-0E40-8309684E2517}"/>
          </ac:picMkLst>
        </pc:picChg>
        <pc:picChg chg="del">
          <ac:chgData name="Sarah Sweet" userId="667ae3f1-a29f-44ef-a1e5-c5a6e2109699" providerId="ADAL" clId="{31478C3C-9D07-5340-9D5A-FFFCC7F933AB}" dt="2026-04-14T11:49:04.215" v="275" actId="478"/>
          <ac:picMkLst>
            <pc:docMk/>
            <pc:sldMk cId="1814649071" sldId="270"/>
            <ac:picMk id="8" creationId="{17D3C73F-206A-7834-2C40-923993A4EDE9}"/>
          </ac:picMkLst>
        </pc:picChg>
      </pc:sldChg>
      <pc:sldChg chg="modSp mod">
        <pc:chgData name="Sarah Sweet" userId="667ae3f1-a29f-44ef-a1e5-c5a6e2109699" providerId="ADAL" clId="{31478C3C-9D07-5340-9D5A-FFFCC7F933AB}" dt="2026-04-14T03:41:33.250" v="51" actId="20577"/>
        <pc:sldMkLst>
          <pc:docMk/>
          <pc:sldMk cId="631213211" sldId="273"/>
        </pc:sldMkLst>
        <pc:spChg chg="mod">
          <ac:chgData name="Sarah Sweet" userId="667ae3f1-a29f-44ef-a1e5-c5a6e2109699" providerId="ADAL" clId="{31478C3C-9D07-5340-9D5A-FFFCC7F933AB}" dt="2026-04-14T03:41:33.250" v="51" actId="20577"/>
          <ac:spMkLst>
            <pc:docMk/>
            <pc:sldMk cId="631213211" sldId="273"/>
            <ac:spMk id="3" creationId="{3B58CC1A-3981-7A44-A1DD-0F13922F040F}"/>
          </ac:spMkLst>
        </pc:spChg>
      </pc:sldChg>
      <pc:sldChg chg="addSp delSp modSp add mod setBg delDesignElem">
        <pc:chgData name="Sarah Sweet" userId="667ae3f1-a29f-44ef-a1e5-c5a6e2109699" providerId="ADAL" clId="{31478C3C-9D07-5340-9D5A-FFFCC7F933AB}" dt="2026-04-14T12:42:16.678" v="377" actId="20577"/>
        <pc:sldMkLst>
          <pc:docMk/>
          <pc:sldMk cId="3156794994" sldId="274"/>
        </pc:sldMkLst>
        <pc:spChg chg="mod">
          <ac:chgData name="Sarah Sweet" userId="667ae3f1-a29f-44ef-a1e5-c5a6e2109699" providerId="ADAL" clId="{31478C3C-9D07-5340-9D5A-FFFCC7F933AB}" dt="2026-04-14T12:41:24.898" v="366" actId="20577"/>
          <ac:spMkLst>
            <pc:docMk/>
            <pc:sldMk cId="3156794994" sldId="274"/>
            <ac:spMk id="3" creationId="{47701DB3-C4AD-25F7-EB10-EE39BA5F9DCC}"/>
          </ac:spMkLst>
        </pc:spChg>
        <pc:spChg chg="add mod">
          <ac:chgData name="Sarah Sweet" userId="667ae3f1-a29f-44ef-a1e5-c5a6e2109699" providerId="ADAL" clId="{31478C3C-9D07-5340-9D5A-FFFCC7F933AB}" dt="2026-04-14T12:42:16.678" v="377" actId="20577"/>
          <ac:spMkLst>
            <pc:docMk/>
            <pc:sldMk cId="3156794994" sldId="274"/>
            <ac:spMk id="4" creationId="{29B868E0-D33A-426F-6E33-CD60F3C8858C}"/>
          </ac:spMkLst>
        </pc:spChg>
        <pc:spChg chg="del">
          <ac:chgData name="Sarah Sweet" userId="667ae3f1-a29f-44ef-a1e5-c5a6e2109699" providerId="ADAL" clId="{31478C3C-9D07-5340-9D5A-FFFCC7F933AB}" dt="2026-04-14T11:43:24.117" v="67"/>
          <ac:spMkLst>
            <pc:docMk/>
            <pc:sldMk cId="3156794994" sldId="274"/>
            <ac:spMk id="10" creationId="{B2C076AD-CD96-5FE3-1B48-80E2B26174AD}"/>
          </ac:spMkLst>
        </pc:spChg>
        <pc:grpChg chg="del">
          <ac:chgData name="Sarah Sweet" userId="667ae3f1-a29f-44ef-a1e5-c5a6e2109699" providerId="ADAL" clId="{31478C3C-9D07-5340-9D5A-FFFCC7F933AB}" dt="2026-04-14T11:43:24.117" v="67"/>
          <ac:grpSpMkLst>
            <pc:docMk/>
            <pc:sldMk cId="3156794994" sldId="274"/>
            <ac:grpSpMk id="12" creationId="{CB54243F-9A84-2FB4-5EC1-CC6D7C4E54F1}"/>
          </ac:grpSpMkLst>
        </pc:grpChg>
      </pc:sldChg>
      <pc:sldChg chg="delSp add del setBg delDesignElem">
        <pc:chgData name="Sarah Sweet" userId="667ae3f1-a29f-44ef-a1e5-c5a6e2109699" providerId="ADAL" clId="{31478C3C-9D07-5340-9D5A-FFFCC7F933AB}" dt="2026-04-14T11:41:40.940" v="64" actId="2696"/>
        <pc:sldMkLst>
          <pc:docMk/>
          <pc:sldMk cId="3176351407" sldId="274"/>
        </pc:sldMkLst>
        <pc:spChg chg="del">
          <ac:chgData name="Sarah Sweet" userId="667ae3f1-a29f-44ef-a1e5-c5a6e2109699" providerId="ADAL" clId="{31478C3C-9D07-5340-9D5A-FFFCC7F933AB}" dt="2026-04-14T11:41:31.016" v="61"/>
          <ac:spMkLst>
            <pc:docMk/>
            <pc:sldMk cId="3176351407" sldId="274"/>
            <ac:spMk id="10" creationId="{FE2299A4-F8FB-7558-489B-0FBD141683C5}"/>
          </ac:spMkLst>
        </pc:spChg>
        <pc:grpChg chg="del">
          <ac:chgData name="Sarah Sweet" userId="667ae3f1-a29f-44ef-a1e5-c5a6e2109699" providerId="ADAL" clId="{31478C3C-9D07-5340-9D5A-FFFCC7F933AB}" dt="2026-04-14T11:41:31.016" v="61"/>
          <ac:grpSpMkLst>
            <pc:docMk/>
            <pc:sldMk cId="3176351407" sldId="274"/>
            <ac:grpSpMk id="12" creationId="{B8601F9F-F2E2-6079-148F-0354322020B2}"/>
          </ac:grpSpMkLst>
        </pc:grpChg>
      </pc:sldChg>
      <pc:sldChg chg="delSp add del setBg delDesignElem">
        <pc:chgData name="Sarah Sweet" userId="667ae3f1-a29f-44ef-a1e5-c5a6e2109699" providerId="ADAL" clId="{31478C3C-9D07-5340-9D5A-FFFCC7F933AB}" dt="2026-04-14T11:42:02.783" v="65" actId="2696"/>
        <pc:sldMkLst>
          <pc:docMk/>
          <pc:sldMk cId="1562475163" sldId="275"/>
        </pc:sldMkLst>
        <pc:spChg chg="del">
          <ac:chgData name="Sarah Sweet" userId="667ae3f1-a29f-44ef-a1e5-c5a6e2109699" providerId="ADAL" clId="{31478C3C-9D07-5340-9D5A-FFFCC7F933AB}" dt="2026-04-14T11:41:38.161" v="63"/>
          <ac:spMkLst>
            <pc:docMk/>
            <pc:sldMk cId="1562475163" sldId="275"/>
            <ac:spMk id="10" creationId="{E1588B13-86C9-1D54-086E-B364FCB07917}"/>
          </ac:spMkLst>
        </pc:spChg>
        <pc:grpChg chg="del">
          <ac:chgData name="Sarah Sweet" userId="667ae3f1-a29f-44ef-a1e5-c5a6e2109699" providerId="ADAL" clId="{31478C3C-9D07-5340-9D5A-FFFCC7F933AB}" dt="2026-04-14T11:41:38.161" v="63"/>
          <ac:grpSpMkLst>
            <pc:docMk/>
            <pc:sldMk cId="1562475163" sldId="275"/>
            <ac:grpSpMk id="12" creationId="{7269C60A-247C-43D1-A1C1-A367E2D74A99}"/>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E32608-4291-F14A-8100-AC0E84F1C55C}" type="datetimeFigureOut">
              <a:rPr lang="en-US" smtClean="0"/>
              <a:t>4/14/26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08F1F0-A0C7-7445-84E1-459B0A6D3284}" type="slidenum">
              <a:rPr lang="en-US" smtClean="0"/>
              <a:t>‹#›</a:t>
            </a:fld>
            <a:endParaRPr lang="en-US"/>
          </a:p>
        </p:txBody>
      </p:sp>
    </p:spTree>
    <p:extLst>
      <p:ext uri="{BB962C8B-B14F-4D97-AF65-F5344CB8AC3E}">
        <p14:creationId xmlns:p14="http://schemas.microsoft.com/office/powerpoint/2010/main" val="221238122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Introduce me and my role in the course</a:t>
            </a:r>
          </a:p>
          <a:p>
            <a:endParaRPr lang="en-US" dirty="0"/>
          </a:p>
        </p:txBody>
      </p:sp>
      <p:sp>
        <p:nvSpPr>
          <p:cNvPr id="4" name="Slide Number Placeholder 3"/>
          <p:cNvSpPr>
            <a:spLocks noGrp="1"/>
          </p:cNvSpPr>
          <p:nvPr>
            <p:ph type="sldNum" sz="quarter" idx="5"/>
          </p:nvPr>
        </p:nvSpPr>
        <p:spPr/>
        <p:txBody>
          <a:bodyPr/>
          <a:lstStyle/>
          <a:p>
            <a:fld id="{6408F1F0-A0C7-7445-84E1-459B0A6D3284}" type="slidenum">
              <a:rPr lang="en-US" smtClean="0"/>
              <a:t>1</a:t>
            </a:fld>
            <a:endParaRPr lang="en-US"/>
          </a:p>
        </p:txBody>
      </p:sp>
    </p:spTree>
    <p:extLst>
      <p:ext uri="{BB962C8B-B14F-4D97-AF65-F5344CB8AC3E}">
        <p14:creationId xmlns:p14="http://schemas.microsoft.com/office/powerpoint/2010/main" val="4286186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08F1F0-A0C7-7445-84E1-459B0A6D3284}" type="slidenum">
              <a:rPr lang="en-US" smtClean="0"/>
              <a:t>12</a:t>
            </a:fld>
            <a:endParaRPr lang="en-US"/>
          </a:p>
        </p:txBody>
      </p:sp>
    </p:spTree>
    <p:extLst>
      <p:ext uri="{BB962C8B-B14F-4D97-AF65-F5344CB8AC3E}">
        <p14:creationId xmlns:p14="http://schemas.microsoft.com/office/powerpoint/2010/main" val="1239025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2AC8A-6095-F742-BBE4-A56F09B9C880}"/>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291C64C2-E057-4146-A8A0-9540EA4809B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A99FFF1-64C4-6447-8BA6-F31BA6452E18}"/>
              </a:ext>
            </a:extLst>
          </p:cNvPr>
          <p:cNvSpPr>
            <a:spLocks noGrp="1"/>
          </p:cNvSpPr>
          <p:nvPr>
            <p:ph type="dt" sz="half" idx="10"/>
          </p:nvPr>
        </p:nvSpPr>
        <p:spPr/>
        <p:txBody>
          <a:bodyPr/>
          <a:lstStyle/>
          <a:p>
            <a:fld id="{323CE8A9-8C51-F846-BC7D-2155C41C94D7}" type="datetimeFigureOut">
              <a:rPr lang="en-US" smtClean="0"/>
              <a:t>4/14/26</a:t>
            </a:fld>
            <a:endParaRPr lang="en-US"/>
          </a:p>
        </p:txBody>
      </p:sp>
      <p:sp>
        <p:nvSpPr>
          <p:cNvPr id="5" name="Footer Placeholder 4">
            <a:extLst>
              <a:ext uri="{FF2B5EF4-FFF2-40B4-BE49-F238E27FC236}">
                <a16:creationId xmlns:a16="http://schemas.microsoft.com/office/drawing/2014/main" id="{D8D13F2D-8C4E-134C-ADB7-1E4FE00202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F044CD-2366-0244-AD02-0D22FEC5451A}"/>
              </a:ext>
            </a:extLst>
          </p:cNvPr>
          <p:cNvSpPr>
            <a:spLocks noGrp="1"/>
          </p:cNvSpPr>
          <p:nvPr>
            <p:ph type="sldNum" sz="quarter" idx="12"/>
          </p:nvPr>
        </p:nvSpPr>
        <p:spPr/>
        <p:txBody>
          <a:bodyPr/>
          <a:lstStyle/>
          <a:p>
            <a:fld id="{F97DF335-2B40-6644-BCAC-B00D7824C4D0}" type="slidenum">
              <a:rPr lang="en-US" smtClean="0"/>
              <a:t>‹#›</a:t>
            </a:fld>
            <a:endParaRPr lang="en-US"/>
          </a:p>
        </p:txBody>
      </p:sp>
    </p:spTree>
    <p:extLst>
      <p:ext uri="{BB962C8B-B14F-4D97-AF65-F5344CB8AC3E}">
        <p14:creationId xmlns:p14="http://schemas.microsoft.com/office/powerpoint/2010/main" val="1281351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D29D7-E659-344E-9CC3-5C868DC29DE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3A89F04-28F7-3543-BEC0-536A60EE273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6147F1-A553-194D-8870-ACFB70EBEA6A}"/>
              </a:ext>
            </a:extLst>
          </p:cNvPr>
          <p:cNvSpPr>
            <a:spLocks noGrp="1"/>
          </p:cNvSpPr>
          <p:nvPr>
            <p:ph type="dt" sz="half" idx="10"/>
          </p:nvPr>
        </p:nvSpPr>
        <p:spPr/>
        <p:txBody>
          <a:bodyPr/>
          <a:lstStyle/>
          <a:p>
            <a:fld id="{323CE8A9-8C51-F846-BC7D-2155C41C94D7}" type="datetimeFigureOut">
              <a:rPr lang="en-US" smtClean="0"/>
              <a:t>4/14/26</a:t>
            </a:fld>
            <a:endParaRPr lang="en-US"/>
          </a:p>
        </p:txBody>
      </p:sp>
      <p:sp>
        <p:nvSpPr>
          <p:cNvPr id="5" name="Footer Placeholder 4">
            <a:extLst>
              <a:ext uri="{FF2B5EF4-FFF2-40B4-BE49-F238E27FC236}">
                <a16:creationId xmlns:a16="http://schemas.microsoft.com/office/drawing/2014/main" id="{6EFBF50F-E09B-C346-A1D6-19E1356DE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A7E625-D33F-A549-B25B-2DDE767EE8AC}"/>
              </a:ext>
            </a:extLst>
          </p:cNvPr>
          <p:cNvSpPr>
            <a:spLocks noGrp="1"/>
          </p:cNvSpPr>
          <p:nvPr>
            <p:ph type="sldNum" sz="quarter" idx="12"/>
          </p:nvPr>
        </p:nvSpPr>
        <p:spPr/>
        <p:txBody>
          <a:bodyPr/>
          <a:lstStyle/>
          <a:p>
            <a:fld id="{F97DF335-2B40-6644-BCAC-B00D7824C4D0}" type="slidenum">
              <a:rPr lang="en-US" smtClean="0"/>
              <a:t>‹#›</a:t>
            </a:fld>
            <a:endParaRPr lang="en-US"/>
          </a:p>
        </p:txBody>
      </p:sp>
    </p:spTree>
    <p:extLst>
      <p:ext uri="{BB962C8B-B14F-4D97-AF65-F5344CB8AC3E}">
        <p14:creationId xmlns:p14="http://schemas.microsoft.com/office/powerpoint/2010/main" val="2426664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7A159-1873-FC47-9AC3-1EB0C37D20CF}"/>
              </a:ext>
            </a:extLst>
          </p:cNvPr>
          <p:cNvSpPr>
            <a:spLocks noGrp="1"/>
          </p:cNvSpPr>
          <p:nvPr>
            <p:ph type="title"/>
          </p:nvPr>
        </p:nvSpPr>
        <p:spPr>
          <a:xfrm>
            <a:off x="623888" y="1709739"/>
            <a:ext cx="7886700" cy="2852737"/>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A3C2505-22C1-C047-B65B-117F38BB423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7791FD5-02EE-EC47-9E7A-E9B80613C4C7}"/>
              </a:ext>
            </a:extLst>
          </p:cNvPr>
          <p:cNvSpPr>
            <a:spLocks noGrp="1"/>
          </p:cNvSpPr>
          <p:nvPr>
            <p:ph type="dt" sz="half" idx="10"/>
          </p:nvPr>
        </p:nvSpPr>
        <p:spPr/>
        <p:txBody>
          <a:bodyPr/>
          <a:lstStyle/>
          <a:p>
            <a:fld id="{323CE8A9-8C51-F846-BC7D-2155C41C94D7}" type="datetimeFigureOut">
              <a:rPr lang="en-US" smtClean="0"/>
              <a:t>4/14/26</a:t>
            </a:fld>
            <a:endParaRPr lang="en-US"/>
          </a:p>
        </p:txBody>
      </p:sp>
      <p:sp>
        <p:nvSpPr>
          <p:cNvPr id="5" name="Footer Placeholder 4">
            <a:extLst>
              <a:ext uri="{FF2B5EF4-FFF2-40B4-BE49-F238E27FC236}">
                <a16:creationId xmlns:a16="http://schemas.microsoft.com/office/drawing/2014/main" id="{8B6F7B1E-EF3F-7243-95A2-2695D5FCEC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E95888-7228-3743-81B2-7F448CD53A20}"/>
              </a:ext>
            </a:extLst>
          </p:cNvPr>
          <p:cNvSpPr>
            <a:spLocks noGrp="1"/>
          </p:cNvSpPr>
          <p:nvPr>
            <p:ph type="sldNum" sz="quarter" idx="12"/>
          </p:nvPr>
        </p:nvSpPr>
        <p:spPr/>
        <p:txBody>
          <a:bodyPr/>
          <a:lstStyle/>
          <a:p>
            <a:fld id="{F97DF335-2B40-6644-BCAC-B00D7824C4D0}" type="slidenum">
              <a:rPr lang="en-US" smtClean="0"/>
              <a:t>‹#›</a:t>
            </a:fld>
            <a:endParaRPr lang="en-US"/>
          </a:p>
        </p:txBody>
      </p:sp>
    </p:spTree>
    <p:extLst>
      <p:ext uri="{BB962C8B-B14F-4D97-AF65-F5344CB8AC3E}">
        <p14:creationId xmlns:p14="http://schemas.microsoft.com/office/powerpoint/2010/main" val="3027044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5E233-04FB-5F4D-9DB9-3790208ABBF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1056E48-EF6E-2A4E-B554-1A45C60AEA2D}"/>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A8A4C9A-8CBE-1A43-BD68-BFF7DD3639A8}"/>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CBF1AE3-CB97-534A-B30C-6159241EC4A8}"/>
              </a:ext>
            </a:extLst>
          </p:cNvPr>
          <p:cNvSpPr>
            <a:spLocks noGrp="1"/>
          </p:cNvSpPr>
          <p:nvPr>
            <p:ph type="dt" sz="half" idx="10"/>
          </p:nvPr>
        </p:nvSpPr>
        <p:spPr/>
        <p:txBody>
          <a:bodyPr/>
          <a:lstStyle/>
          <a:p>
            <a:fld id="{323CE8A9-8C51-F846-BC7D-2155C41C94D7}" type="datetimeFigureOut">
              <a:rPr lang="en-US" smtClean="0"/>
              <a:t>4/14/26</a:t>
            </a:fld>
            <a:endParaRPr lang="en-US"/>
          </a:p>
        </p:txBody>
      </p:sp>
      <p:sp>
        <p:nvSpPr>
          <p:cNvPr id="6" name="Footer Placeholder 5">
            <a:extLst>
              <a:ext uri="{FF2B5EF4-FFF2-40B4-BE49-F238E27FC236}">
                <a16:creationId xmlns:a16="http://schemas.microsoft.com/office/drawing/2014/main" id="{ADAE647B-DA2A-554A-AC7B-5D68DBB38C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300A4E-B5F6-6F4C-9666-4347366DA653}"/>
              </a:ext>
            </a:extLst>
          </p:cNvPr>
          <p:cNvSpPr>
            <a:spLocks noGrp="1"/>
          </p:cNvSpPr>
          <p:nvPr>
            <p:ph type="sldNum" sz="quarter" idx="12"/>
          </p:nvPr>
        </p:nvSpPr>
        <p:spPr/>
        <p:txBody>
          <a:bodyPr/>
          <a:lstStyle/>
          <a:p>
            <a:fld id="{F97DF335-2B40-6644-BCAC-B00D7824C4D0}" type="slidenum">
              <a:rPr lang="en-US" smtClean="0"/>
              <a:t>‹#›</a:t>
            </a:fld>
            <a:endParaRPr lang="en-US"/>
          </a:p>
        </p:txBody>
      </p:sp>
    </p:spTree>
    <p:extLst>
      <p:ext uri="{BB962C8B-B14F-4D97-AF65-F5344CB8AC3E}">
        <p14:creationId xmlns:p14="http://schemas.microsoft.com/office/powerpoint/2010/main" val="1971525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7B982-E658-A249-8849-B3ED7ACBD772}"/>
              </a:ext>
            </a:extLst>
          </p:cNvPr>
          <p:cNvSpPr>
            <a:spLocks noGrp="1"/>
          </p:cNvSpPr>
          <p:nvPr>
            <p:ph type="title"/>
          </p:nvPr>
        </p:nvSpPr>
        <p:spPr>
          <a:xfrm>
            <a:off x="629841" y="365126"/>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5F8E506-448D-C246-AD2B-22ED341F66E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C88709AB-2537-6944-8B58-C573BD5B5409}"/>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A82B9A4-DC76-8F44-9B19-C955C1207EF5}"/>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98F8A444-0471-C842-8718-52A0763DF9DD}"/>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DBF69A1-35D5-3C4A-A9E7-696EB19B99BD}"/>
              </a:ext>
            </a:extLst>
          </p:cNvPr>
          <p:cNvSpPr>
            <a:spLocks noGrp="1"/>
          </p:cNvSpPr>
          <p:nvPr>
            <p:ph type="dt" sz="half" idx="10"/>
          </p:nvPr>
        </p:nvSpPr>
        <p:spPr/>
        <p:txBody>
          <a:bodyPr/>
          <a:lstStyle/>
          <a:p>
            <a:fld id="{323CE8A9-8C51-F846-BC7D-2155C41C94D7}" type="datetimeFigureOut">
              <a:rPr lang="en-US" smtClean="0"/>
              <a:t>4/14/26</a:t>
            </a:fld>
            <a:endParaRPr lang="en-US"/>
          </a:p>
        </p:txBody>
      </p:sp>
      <p:sp>
        <p:nvSpPr>
          <p:cNvPr id="8" name="Footer Placeholder 7">
            <a:extLst>
              <a:ext uri="{FF2B5EF4-FFF2-40B4-BE49-F238E27FC236}">
                <a16:creationId xmlns:a16="http://schemas.microsoft.com/office/drawing/2014/main" id="{7FC643A3-A62C-014C-84FA-181568214C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B49320-7986-CF49-B6FA-EEABE68AE403}"/>
              </a:ext>
            </a:extLst>
          </p:cNvPr>
          <p:cNvSpPr>
            <a:spLocks noGrp="1"/>
          </p:cNvSpPr>
          <p:nvPr>
            <p:ph type="sldNum" sz="quarter" idx="12"/>
          </p:nvPr>
        </p:nvSpPr>
        <p:spPr/>
        <p:txBody>
          <a:bodyPr/>
          <a:lstStyle/>
          <a:p>
            <a:fld id="{F97DF335-2B40-6644-BCAC-B00D7824C4D0}" type="slidenum">
              <a:rPr lang="en-US" smtClean="0"/>
              <a:t>‹#›</a:t>
            </a:fld>
            <a:endParaRPr lang="en-US"/>
          </a:p>
        </p:txBody>
      </p:sp>
    </p:spTree>
    <p:extLst>
      <p:ext uri="{BB962C8B-B14F-4D97-AF65-F5344CB8AC3E}">
        <p14:creationId xmlns:p14="http://schemas.microsoft.com/office/powerpoint/2010/main" val="4220130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8E368-2339-1D49-8484-86E2C1BEDDB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497D3A2-05F9-8B4B-AF43-C7440BEAE8BB}"/>
              </a:ext>
            </a:extLst>
          </p:cNvPr>
          <p:cNvSpPr>
            <a:spLocks noGrp="1"/>
          </p:cNvSpPr>
          <p:nvPr>
            <p:ph type="dt" sz="half" idx="10"/>
          </p:nvPr>
        </p:nvSpPr>
        <p:spPr/>
        <p:txBody>
          <a:bodyPr/>
          <a:lstStyle/>
          <a:p>
            <a:fld id="{323CE8A9-8C51-F846-BC7D-2155C41C94D7}" type="datetimeFigureOut">
              <a:rPr lang="en-US" smtClean="0"/>
              <a:t>4/14/26</a:t>
            </a:fld>
            <a:endParaRPr lang="en-US"/>
          </a:p>
        </p:txBody>
      </p:sp>
      <p:sp>
        <p:nvSpPr>
          <p:cNvPr id="4" name="Footer Placeholder 3">
            <a:extLst>
              <a:ext uri="{FF2B5EF4-FFF2-40B4-BE49-F238E27FC236}">
                <a16:creationId xmlns:a16="http://schemas.microsoft.com/office/drawing/2014/main" id="{2A0AFDB6-C34D-914D-B0F6-E52EA154CB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E6B9BB-57E6-064B-A872-DDECC1228774}"/>
              </a:ext>
            </a:extLst>
          </p:cNvPr>
          <p:cNvSpPr>
            <a:spLocks noGrp="1"/>
          </p:cNvSpPr>
          <p:nvPr>
            <p:ph type="sldNum" sz="quarter" idx="12"/>
          </p:nvPr>
        </p:nvSpPr>
        <p:spPr/>
        <p:txBody>
          <a:bodyPr/>
          <a:lstStyle/>
          <a:p>
            <a:fld id="{F97DF335-2B40-6644-BCAC-B00D7824C4D0}" type="slidenum">
              <a:rPr lang="en-US" smtClean="0"/>
              <a:t>‹#›</a:t>
            </a:fld>
            <a:endParaRPr lang="en-US"/>
          </a:p>
        </p:txBody>
      </p:sp>
    </p:spTree>
    <p:extLst>
      <p:ext uri="{BB962C8B-B14F-4D97-AF65-F5344CB8AC3E}">
        <p14:creationId xmlns:p14="http://schemas.microsoft.com/office/powerpoint/2010/main" val="3959680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BB5B5A-C78E-0448-803C-C3414D38D892}"/>
              </a:ext>
            </a:extLst>
          </p:cNvPr>
          <p:cNvSpPr>
            <a:spLocks noGrp="1"/>
          </p:cNvSpPr>
          <p:nvPr>
            <p:ph type="dt" sz="half" idx="10"/>
          </p:nvPr>
        </p:nvSpPr>
        <p:spPr/>
        <p:txBody>
          <a:bodyPr/>
          <a:lstStyle/>
          <a:p>
            <a:fld id="{323CE8A9-8C51-F846-BC7D-2155C41C94D7}" type="datetimeFigureOut">
              <a:rPr lang="en-US" smtClean="0"/>
              <a:t>4/14/26</a:t>
            </a:fld>
            <a:endParaRPr lang="en-US"/>
          </a:p>
        </p:txBody>
      </p:sp>
      <p:sp>
        <p:nvSpPr>
          <p:cNvPr id="3" name="Footer Placeholder 2">
            <a:extLst>
              <a:ext uri="{FF2B5EF4-FFF2-40B4-BE49-F238E27FC236}">
                <a16:creationId xmlns:a16="http://schemas.microsoft.com/office/drawing/2014/main" id="{A7E8F80F-9353-704C-A817-9CB95E6E74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F6DDDF-E599-2643-8BE6-DF779DD7BF67}"/>
              </a:ext>
            </a:extLst>
          </p:cNvPr>
          <p:cNvSpPr>
            <a:spLocks noGrp="1"/>
          </p:cNvSpPr>
          <p:nvPr>
            <p:ph type="sldNum" sz="quarter" idx="12"/>
          </p:nvPr>
        </p:nvSpPr>
        <p:spPr/>
        <p:txBody>
          <a:bodyPr/>
          <a:lstStyle/>
          <a:p>
            <a:fld id="{F97DF335-2B40-6644-BCAC-B00D7824C4D0}" type="slidenum">
              <a:rPr lang="en-US" smtClean="0"/>
              <a:t>‹#›</a:t>
            </a:fld>
            <a:endParaRPr lang="en-US"/>
          </a:p>
        </p:txBody>
      </p:sp>
    </p:spTree>
    <p:extLst>
      <p:ext uri="{BB962C8B-B14F-4D97-AF65-F5344CB8AC3E}">
        <p14:creationId xmlns:p14="http://schemas.microsoft.com/office/powerpoint/2010/main" val="466930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22468-1C54-1C49-90CD-AD8BDC1A626E}"/>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1C05C80-D1A5-D043-95FE-1D1B1834BCFE}"/>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188272F-C9CA-E143-8B7B-C7A25482708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6F543038-4CAD-9F48-91E3-19AB8483AED0}"/>
              </a:ext>
            </a:extLst>
          </p:cNvPr>
          <p:cNvSpPr>
            <a:spLocks noGrp="1"/>
          </p:cNvSpPr>
          <p:nvPr>
            <p:ph type="dt" sz="half" idx="10"/>
          </p:nvPr>
        </p:nvSpPr>
        <p:spPr/>
        <p:txBody>
          <a:bodyPr/>
          <a:lstStyle/>
          <a:p>
            <a:fld id="{323CE8A9-8C51-F846-BC7D-2155C41C94D7}" type="datetimeFigureOut">
              <a:rPr lang="en-US" smtClean="0"/>
              <a:t>4/14/26</a:t>
            </a:fld>
            <a:endParaRPr lang="en-US"/>
          </a:p>
        </p:txBody>
      </p:sp>
      <p:sp>
        <p:nvSpPr>
          <p:cNvPr id="6" name="Footer Placeholder 5">
            <a:extLst>
              <a:ext uri="{FF2B5EF4-FFF2-40B4-BE49-F238E27FC236}">
                <a16:creationId xmlns:a16="http://schemas.microsoft.com/office/drawing/2014/main" id="{AA382BAF-E49E-9E42-A4D8-E348960658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3329CB-4876-E14A-8806-B7F1D4136907}"/>
              </a:ext>
            </a:extLst>
          </p:cNvPr>
          <p:cNvSpPr>
            <a:spLocks noGrp="1"/>
          </p:cNvSpPr>
          <p:nvPr>
            <p:ph type="sldNum" sz="quarter" idx="12"/>
          </p:nvPr>
        </p:nvSpPr>
        <p:spPr/>
        <p:txBody>
          <a:bodyPr/>
          <a:lstStyle/>
          <a:p>
            <a:fld id="{F97DF335-2B40-6644-BCAC-B00D7824C4D0}" type="slidenum">
              <a:rPr lang="en-US" smtClean="0"/>
              <a:t>‹#›</a:t>
            </a:fld>
            <a:endParaRPr lang="en-US"/>
          </a:p>
        </p:txBody>
      </p:sp>
    </p:spTree>
    <p:extLst>
      <p:ext uri="{BB962C8B-B14F-4D97-AF65-F5344CB8AC3E}">
        <p14:creationId xmlns:p14="http://schemas.microsoft.com/office/powerpoint/2010/main" val="2690625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9F7F7-E3AE-D94B-B3C5-CB0511652BB6}"/>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7DD0BB3-25DD-CA4D-9C6C-29EAC683A474}"/>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D2AB60D-FA5D-DF41-89C1-D0517E44052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3CCEBF0C-8DC3-E444-820B-AEA1BE3598E8}"/>
              </a:ext>
            </a:extLst>
          </p:cNvPr>
          <p:cNvSpPr>
            <a:spLocks noGrp="1"/>
          </p:cNvSpPr>
          <p:nvPr>
            <p:ph type="dt" sz="half" idx="10"/>
          </p:nvPr>
        </p:nvSpPr>
        <p:spPr/>
        <p:txBody>
          <a:bodyPr/>
          <a:lstStyle/>
          <a:p>
            <a:fld id="{323CE8A9-8C51-F846-BC7D-2155C41C94D7}" type="datetimeFigureOut">
              <a:rPr lang="en-US" smtClean="0"/>
              <a:t>4/14/26</a:t>
            </a:fld>
            <a:endParaRPr lang="en-US"/>
          </a:p>
        </p:txBody>
      </p:sp>
      <p:sp>
        <p:nvSpPr>
          <p:cNvPr id="6" name="Footer Placeholder 5">
            <a:extLst>
              <a:ext uri="{FF2B5EF4-FFF2-40B4-BE49-F238E27FC236}">
                <a16:creationId xmlns:a16="http://schemas.microsoft.com/office/drawing/2014/main" id="{B0583DF7-793B-7C4E-A512-B627EA1754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DE3263-0F5B-F441-85D5-6A4567B8F698}"/>
              </a:ext>
            </a:extLst>
          </p:cNvPr>
          <p:cNvSpPr>
            <a:spLocks noGrp="1"/>
          </p:cNvSpPr>
          <p:nvPr>
            <p:ph type="sldNum" sz="quarter" idx="12"/>
          </p:nvPr>
        </p:nvSpPr>
        <p:spPr/>
        <p:txBody>
          <a:bodyPr/>
          <a:lstStyle/>
          <a:p>
            <a:fld id="{F97DF335-2B40-6644-BCAC-B00D7824C4D0}" type="slidenum">
              <a:rPr lang="en-US" smtClean="0"/>
              <a:t>‹#›</a:t>
            </a:fld>
            <a:endParaRPr lang="en-US"/>
          </a:p>
        </p:txBody>
      </p:sp>
    </p:spTree>
    <p:extLst>
      <p:ext uri="{BB962C8B-B14F-4D97-AF65-F5344CB8AC3E}">
        <p14:creationId xmlns:p14="http://schemas.microsoft.com/office/powerpoint/2010/main" val="2525929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DB5F-A23A-BD44-9855-FDA1219566A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A5EA8C1-99E0-804C-A8A1-BC5F94857AE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5C9D89D-FFE5-0744-9806-6C5843238027}"/>
              </a:ext>
            </a:extLst>
          </p:cNvPr>
          <p:cNvSpPr>
            <a:spLocks noGrp="1"/>
          </p:cNvSpPr>
          <p:nvPr>
            <p:ph type="dt" sz="half" idx="10"/>
          </p:nvPr>
        </p:nvSpPr>
        <p:spPr/>
        <p:txBody>
          <a:bodyPr/>
          <a:lstStyle/>
          <a:p>
            <a:fld id="{323CE8A9-8C51-F846-BC7D-2155C41C94D7}" type="datetimeFigureOut">
              <a:rPr lang="en-US" smtClean="0"/>
              <a:t>4/14/26</a:t>
            </a:fld>
            <a:endParaRPr lang="en-US"/>
          </a:p>
        </p:txBody>
      </p:sp>
      <p:sp>
        <p:nvSpPr>
          <p:cNvPr id="5" name="Footer Placeholder 4">
            <a:extLst>
              <a:ext uri="{FF2B5EF4-FFF2-40B4-BE49-F238E27FC236}">
                <a16:creationId xmlns:a16="http://schemas.microsoft.com/office/drawing/2014/main" id="{8628FDEA-1C92-5E4F-913F-BE7B85C660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D01D9E-D99D-9748-9EE9-085F42B8CD07}"/>
              </a:ext>
            </a:extLst>
          </p:cNvPr>
          <p:cNvSpPr>
            <a:spLocks noGrp="1"/>
          </p:cNvSpPr>
          <p:nvPr>
            <p:ph type="sldNum" sz="quarter" idx="12"/>
          </p:nvPr>
        </p:nvSpPr>
        <p:spPr/>
        <p:txBody>
          <a:bodyPr/>
          <a:lstStyle/>
          <a:p>
            <a:fld id="{F97DF335-2B40-6644-BCAC-B00D7824C4D0}" type="slidenum">
              <a:rPr lang="en-US" smtClean="0"/>
              <a:t>‹#›</a:t>
            </a:fld>
            <a:endParaRPr lang="en-US"/>
          </a:p>
        </p:txBody>
      </p:sp>
    </p:spTree>
    <p:extLst>
      <p:ext uri="{BB962C8B-B14F-4D97-AF65-F5344CB8AC3E}">
        <p14:creationId xmlns:p14="http://schemas.microsoft.com/office/powerpoint/2010/main" val="368550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4C6460-90EF-7E43-938C-B2E53B2316F8}"/>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0A8691D-AF74-1241-9FF4-4EA971C158BD}"/>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655E067-0C12-9D42-A750-36805BB04885}"/>
              </a:ext>
            </a:extLst>
          </p:cNvPr>
          <p:cNvSpPr>
            <a:spLocks noGrp="1"/>
          </p:cNvSpPr>
          <p:nvPr>
            <p:ph type="dt" sz="half" idx="10"/>
          </p:nvPr>
        </p:nvSpPr>
        <p:spPr/>
        <p:txBody>
          <a:bodyPr/>
          <a:lstStyle/>
          <a:p>
            <a:fld id="{323CE8A9-8C51-F846-BC7D-2155C41C94D7}" type="datetimeFigureOut">
              <a:rPr lang="en-US" smtClean="0"/>
              <a:t>4/14/26</a:t>
            </a:fld>
            <a:endParaRPr lang="en-US"/>
          </a:p>
        </p:txBody>
      </p:sp>
      <p:sp>
        <p:nvSpPr>
          <p:cNvPr id="5" name="Footer Placeholder 4">
            <a:extLst>
              <a:ext uri="{FF2B5EF4-FFF2-40B4-BE49-F238E27FC236}">
                <a16:creationId xmlns:a16="http://schemas.microsoft.com/office/drawing/2014/main" id="{BEFEC076-2372-A340-AF9B-9B578E3B6E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A814E-752D-3F42-AF0C-A1646A04A9DA}"/>
              </a:ext>
            </a:extLst>
          </p:cNvPr>
          <p:cNvSpPr>
            <a:spLocks noGrp="1"/>
          </p:cNvSpPr>
          <p:nvPr>
            <p:ph type="sldNum" sz="quarter" idx="12"/>
          </p:nvPr>
        </p:nvSpPr>
        <p:spPr/>
        <p:txBody>
          <a:bodyPr/>
          <a:lstStyle/>
          <a:p>
            <a:fld id="{F97DF335-2B40-6644-BCAC-B00D7824C4D0}" type="slidenum">
              <a:rPr lang="en-US" smtClean="0"/>
              <a:t>‹#›</a:t>
            </a:fld>
            <a:endParaRPr lang="en-US"/>
          </a:p>
        </p:txBody>
      </p:sp>
    </p:spTree>
    <p:extLst>
      <p:ext uri="{BB962C8B-B14F-4D97-AF65-F5344CB8AC3E}">
        <p14:creationId xmlns:p14="http://schemas.microsoft.com/office/powerpoint/2010/main" val="1010322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65F243-EFB6-B64B-80AA-5E0F43A9155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16FEA7E-D4F4-0A42-B365-5EB1D33B963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F12DE42-87FF-F440-A4C7-1D728B7D171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23CE8A9-8C51-F846-BC7D-2155C41C94D7}" type="datetimeFigureOut">
              <a:rPr lang="en-US" smtClean="0"/>
              <a:t>4/14/26</a:t>
            </a:fld>
            <a:endParaRPr lang="en-US"/>
          </a:p>
        </p:txBody>
      </p:sp>
      <p:sp>
        <p:nvSpPr>
          <p:cNvPr id="5" name="Footer Placeholder 4">
            <a:extLst>
              <a:ext uri="{FF2B5EF4-FFF2-40B4-BE49-F238E27FC236}">
                <a16:creationId xmlns:a16="http://schemas.microsoft.com/office/drawing/2014/main" id="{2E211447-FA05-6346-A919-40AD07DB379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DE1C703-7876-C942-BAA3-F4E4139F9C8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97DF335-2B40-6644-BCAC-B00D7824C4D0}" type="slidenum">
              <a:rPr lang="en-US" smtClean="0"/>
              <a:t>‹#›</a:t>
            </a:fld>
            <a:endParaRPr lang="en-US"/>
          </a:p>
        </p:txBody>
      </p:sp>
    </p:spTree>
    <p:extLst>
      <p:ext uri="{BB962C8B-B14F-4D97-AF65-F5344CB8AC3E}">
        <p14:creationId xmlns:p14="http://schemas.microsoft.com/office/powerpoint/2010/main" val="3943512922"/>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350">
              <a:solidFill>
                <a:prstClr val="white"/>
              </a:solidFill>
              <a:latin typeface="Calibri" panose="020F0502020204030204"/>
            </a:endParaRPr>
          </a:p>
        </p:txBody>
      </p:sp>
      <p:sp>
        <p:nvSpPr>
          <p:cNvPr id="2" name="Title 1"/>
          <p:cNvSpPr>
            <a:spLocks noGrp="1"/>
          </p:cNvSpPr>
          <p:nvPr>
            <p:ph type="ctrTitle"/>
          </p:nvPr>
        </p:nvSpPr>
        <p:spPr>
          <a:xfrm>
            <a:off x="628650" y="4555055"/>
            <a:ext cx="5174047" cy="1723125"/>
          </a:xfrm>
        </p:spPr>
        <p:txBody>
          <a:bodyPr anchor="ctr">
            <a:normAutofit/>
          </a:bodyPr>
          <a:lstStyle/>
          <a:p>
            <a:pPr algn="r"/>
            <a:r>
              <a:rPr lang="en-US" sz="3800" dirty="0"/>
              <a:t>Introduction to the </a:t>
            </a:r>
            <a:br>
              <a:rPr lang="en-US" sz="3800" dirty="0"/>
            </a:br>
            <a:r>
              <a:rPr lang="en-US" sz="3800" dirty="0"/>
              <a:t> Distance Ladder Project</a:t>
            </a:r>
          </a:p>
        </p:txBody>
      </p:sp>
      <p:sp>
        <p:nvSpPr>
          <p:cNvPr id="9" name="Oval 8">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1425" y="1322610"/>
            <a:ext cx="1682850" cy="168284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350">
              <a:solidFill>
                <a:prstClr val="white"/>
              </a:solidFill>
              <a:latin typeface="Calibri" panose="020F0502020204030204"/>
            </a:endParaRPr>
          </a:p>
        </p:txBody>
      </p:sp>
      <p:sp>
        <p:nvSpPr>
          <p:cNvPr id="11" name="Oval 10">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6253" y="2707205"/>
            <a:ext cx="721796" cy="7217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350">
              <a:solidFill>
                <a:prstClr val="white"/>
              </a:solidFill>
              <a:latin typeface="Calibri" panose="020F0502020204030204"/>
            </a:endParaRPr>
          </a:p>
        </p:txBody>
      </p:sp>
      <p:sp>
        <p:nvSpPr>
          <p:cNvPr id="13" name="Oval 12">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4374" y="2603243"/>
            <a:ext cx="220271" cy="2202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350">
              <a:solidFill>
                <a:prstClr val="white"/>
              </a:solidFill>
              <a:latin typeface="Calibri" panose="020F0502020204030204"/>
            </a:endParaRPr>
          </a:p>
        </p:txBody>
      </p:sp>
      <p:sp>
        <p:nvSpPr>
          <p:cNvPr id="15" name="Freeform: Shape 14">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29087" y="0"/>
            <a:ext cx="4814914" cy="3429000"/>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350">
              <a:solidFill>
                <a:prstClr val="white"/>
              </a:solidFill>
              <a:latin typeface="Calibri" panose="020F0502020204030204"/>
            </a:endParaRPr>
          </a:p>
        </p:txBody>
      </p:sp>
      <p:cxnSp>
        <p:nvCxnSpPr>
          <p:cNvPr id="17" name="Straight Connector 16">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9834" y="4776880"/>
            <a:ext cx="0" cy="130302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1431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AD32E-6896-944D-88DE-157FF253F3DD}"/>
              </a:ext>
            </a:extLst>
          </p:cNvPr>
          <p:cNvSpPr>
            <a:spLocks noGrp="1"/>
          </p:cNvSpPr>
          <p:nvPr>
            <p:ph type="title"/>
          </p:nvPr>
        </p:nvSpPr>
        <p:spPr>
          <a:xfrm>
            <a:off x="486696" y="629266"/>
            <a:ext cx="3845274" cy="1676603"/>
          </a:xfrm>
        </p:spPr>
        <p:txBody>
          <a:bodyPr>
            <a:normAutofit/>
          </a:bodyPr>
          <a:lstStyle/>
          <a:p>
            <a:r>
              <a:rPr lang="en-US" dirty="0"/>
              <a:t>Distance Ladder Project</a:t>
            </a:r>
          </a:p>
        </p:txBody>
      </p:sp>
      <p:sp>
        <p:nvSpPr>
          <p:cNvPr id="3" name="Content Placeholder 2">
            <a:extLst>
              <a:ext uri="{FF2B5EF4-FFF2-40B4-BE49-F238E27FC236}">
                <a16:creationId xmlns:a16="http://schemas.microsoft.com/office/drawing/2014/main" id="{C71A172F-9343-204D-9821-36067D2C3DC8}"/>
              </a:ext>
            </a:extLst>
          </p:cNvPr>
          <p:cNvSpPr>
            <a:spLocks noGrp="1"/>
          </p:cNvSpPr>
          <p:nvPr>
            <p:ph idx="1"/>
          </p:nvPr>
        </p:nvSpPr>
        <p:spPr>
          <a:xfrm>
            <a:off x="486697" y="2438400"/>
            <a:ext cx="3845272" cy="3785419"/>
          </a:xfrm>
        </p:spPr>
        <p:txBody>
          <a:bodyPr>
            <a:normAutofit/>
          </a:bodyPr>
          <a:lstStyle/>
          <a:p>
            <a:r>
              <a:rPr lang="en-US" dirty="0"/>
              <a:t>See Blackboard / Assessment / Distance Ladder Project for</a:t>
            </a:r>
          </a:p>
          <a:p>
            <a:pPr lvl="1"/>
            <a:r>
              <a:rPr lang="en-US" sz="2100" dirty="0"/>
              <a:t>Data and instructions</a:t>
            </a:r>
          </a:p>
          <a:p>
            <a:pPr lvl="1"/>
            <a:r>
              <a:rPr lang="en-US" sz="2100" dirty="0"/>
              <a:t>Group member names</a:t>
            </a:r>
          </a:p>
          <a:p>
            <a:pPr lvl="1"/>
            <a:r>
              <a:rPr lang="en-US" sz="2100" dirty="0"/>
              <a:t>Marking rubric</a:t>
            </a:r>
          </a:p>
          <a:p>
            <a:pPr lvl="1"/>
            <a:r>
              <a:rPr lang="en-US" sz="2100" dirty="0"/>
              <a:t>These notes</a:t>
            </a:r>
          </a:p>
          <a:p>
            <a:pPr lvl="1"/>
            <a:endParaRPr lang="en-US" sz="2100" dirty="0"/>
          </a:p>
        </p:txBody>
      </p:sp>
      <p:pic>
        <p:nvPicPr>
          <p:cNvPr id="5" name="Picture 4" descr="A close up of a chair&#10;&#10;Description automatically generated">
            <a:extLst>
              <a:ext uri="{FF2B5EF4-FFF2-40B4-BE49-F238E27FC236}">
                <a16:creationId xmlns:a16="http://schemas.microsoft.com/office/drawing/2014/main" id="{CFA3473D-36DB-E043-97C7-4444094B6758}"/>
              </a:ext>
            </a:extLst>
          </p:cNvPr>
          <p:cNvPicPr>
            <a:picLocks noChangeAspect="1"/>
          </p:cNvPicPr>
          <p:nvPr/>
        </p:nvPicPr>
        <p:blipFill rotWithShape="1">
          <a:blip r:embed="rId2"/>
          <a:srcRect l="12639" r="13925" b="3"/>
          <a:stretch/>
        </p:blipFill>
        <p:spPr>
          <a:xfrm>
            <a:off x="4567959" y="640082"/>
            <a:ext cx="4096293" cy="5577837"/>
          </a:xfrm>
          <a:prstGeom prst="rect">
            <a:avLst/>
          </a:prstGeom>
          <a:effectLst/>
        </p:spPr>
      </p:pic>
    </p:spTree>
    <p:extLst>
      <p:ext uri="{BB962C8B-B14F-4D97-AF65-F5344CB8AC3E}">
        <p14:creationId xmlns:p14="http://schemas.microsoft.com/office/powerpoint/2010/main" val="1522368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7282" y="635715"/>
            <a:ext cx="8356656" cy="2482136"/>
            <a:chOff x="409710" y="635715"/>
            <a:chExt cx="11142208" cy="2482136"/>
          </a:xfrm>
        </p:grpSpPr>
        <p:sp>
          <p:nvSpPr>
            <p:cNvPr id="13"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6">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18BD34AE-2889-5243-88E0-701D1A0C225F}"/>
              </a:ext>
            </a:extLst>
          </p:cNvPr>
          <p:cNvSpPr>
            <a:spLocks noGrp="1"/>
          </p:cNvSpPr>
          <p:nvPr>
            <p:ph type="title"/>
          </p:nvPr>
        </p:nvSpPr>
        <p:spPr>
          <a:xfrm>
            <a:off x="785460" y="759805"/>
            <a:ext cx="7729890" cy="1325563"/>
          </a:xfrm>
        </p:spPr>
        <p:txBody>
          <a:bodyPr>
            <a:normAutofit/>
          </a:bodyPr>
          <a:lstStyle/>
          <a:p>
            <a:r>
              <a:rPr lang="en-US" sz="3500" dirty="0">
                <a:solidFill>
                  <a:srgbClr val="FFFFFF"/>
                </a:solidFill>
              </a:rPr>
              <a:t>The New Earth Universe: overview</a:t>
            </a:r>
          </a:p>
        </p:txBody>
      </p:sp>
      <p:sp>
        <p:nvSpPr>
          <p:cNvPr id="3" name="Content Placeholder 2">
            <a:extLst>
              <a:ext uri="{FF2B5EF4-FFF2-40B4-BE49-F238E27FC236}">
                <a16:creationId xmlns:a16="http://schemas.microsoft.com/office/drawing/2014/main" id="{DBEB9EBC-FA9E-4149-A2F7-465EB7B45CBE}"/>
              </a:ext>
            </a:extLst>
          </p:cNvPr>
          <p:cNvSpPr>
            <a:spLocks noGrp="1"/>
          </p:cNvSpPr>
          <p:nvPr>
            <p:ph idx="1"/>
          </p:nvPr>
        </p:nvSpPr>
        <p:spPr>
          <a:xfrm>
            <a:off x="1068678" y="2494450"/>
            <a:ext cx="3040158" cy="3563159"/>
          </a:xfrm>
        </p:spPr>
        <p:txBody>
          <a:bodyPr>
            <a:normAutofit/>
          </a:bodyPr>
          <a:lstStyle/>
          <a:p>
            <a:r>
              <a:rPr lang="en-US" sz="1800" dirty="0"/>
              <a:t>The planet of New Earth is engulfed in one of the thickest atmospheres in the Universe. </a:t>
            </a:r>
          </a:p>
          <a:p>
            <a:r>
              <a:rPr lang="en-US" sz="1800" dirty="0"/>
              <a:t>The planet's most ambitious (and expensive) space-probe yet has taken images of the whole sky, detailed close-ups of some regions, spectrometry of each object and X-ray detections.</a:t>
            </a:r>
          </a:p>
          <a:p>
            <a:endParaRPr lang="en-US" sz="1800" dirty="0"/>
          </a:p>
        </p:txBody>
      </p:sp>
      <p:pic>
        <p:nvPicPr>
          <p:cNvPr id="5" name="Picture 4" descr="A picture containing blue, sitting, star, light&#10;&#10;Description automatically generated">
            <a:extLst>
              <a:ext uri="{FF2B5EF4-FFF2-40B4-BE49-F238E27FC236}">
                <a16:creationId xmlns:a16="http://schemas.microsoft.com/office/drawing/2014/main" id="{22DACBDE-B2D8-CF40-A748-693A1979CDCE}"/>
              </a:ext>
            </a:extLst>
          </p:cNvPr>
          <p:cNvPicPr>
            <a:picLocks noChangeAspect="1"/>
          </p:cNvPicPr>
          <p:nvPr/>
        </p:nvPicPr>
        <p:blipFill rotWithShape="1">
          <a:blip r:embed="rId2"/>
          <a:srcRect l="22286" r="20857" b="-1"/>
          <a:stretch/>
        </p:blipFill>
        <p:spPr>
          <a:xfrm>
            <a:off x="4574169" y="2492376"/>
            <a:ext cx="3601803" cy="3563372"/>
          </a:xfrm>
          <a:prstGeom prst="rect">
            <a:avLst/>
          </a:prstGeom>
        </p:spPr>
      </p:pic>
      <p:sp>
        <p:nvSpPr>
          <p:cNvPr id="6" name="Rectangle 2">
            <a:extLst>
              <a:ext uri="{FF2B5EF4-FFF2-40B4-BE49-F238E27FC236}">
                <a16:creationId xmlns:a16="http://schemas.microsoft.com/office/drawing/2014/main" id="{2A15A640-8194-8388-2BB4-65AA511BC329}"/>
              </a:ext>
            </a:extLst>
          </p:cNvPr>
          <p:cNvSpPr>
            <a:spLocks noChangeArrowheads="1"/>
          </p:cNvSpPr>
          <p:nvPr/>
        </p:nvSpPr>
        <p:spPr bwMode="auto">
          <a:xfrm>
            <a:off x="0" y="-945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05730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28A5C-49D8-838A-C751-CF1866BF5D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B87E50-51B4-7C24-2614-ABEE2F5D60C3}"/>
              </a:ext>
            </a:extLst>
          </p:cNvPr>
          <p:cNvSpPr>
            <a:spLocks noGrp="1"/>
          </p:cNvSpPr>
          <p:nvPr>
            <p:ph type="title"/>
          </p:nvPr>
        </p:nvSpPr>
        <p:spPr>
          <a:xfrm>
            <a:off x="785460" y="759805"/>
            <a:ext cx="7729890" cy="1325563"/>
          </a:xfrm>
        </p:spPr>
        <p:txBody>
          <a:bodyPr>
            <a:normAutofit/>
          </a:bodyPr>
          <a:lstStyle/>
          <a:p>
            <a:r>
              <a:rPr lang="en-US" sz="3500" dirty="0">
                <a:solidFill>
                  <a:srgbClr val="FFFFFF"/>
                </a:solidFill>
              </a:rPr>
              <a:t>The New Earth Universe: overview</a:t>
            </a:r>
          </a:p>
        </p:txBody>
      </p:sp>
      <p:sp>
        <p:nvSpPr>
          <p:cNvPr id="3" name="Content Placeholder 2">
            <a:extLst>
              <a:ext uri="{FF2B5EF4-FFF2-40B4-BE49-F238E27FC236}">
                <a16:creationId xmlns:a16="http://schemas.microsoft.com/office/drawing/2014/main" id="{47701DB3-C4AD-25F7-EB10-EE39BA5F9DCC}"/>
              </a:ext>
            </a:extLst>
          </p:cNvPr>
          <p:cNvSpPr>
            <a:spLocks noGrp="1"/>
          </p:cNvSpPr>
          <p:nvPr>
            <p:ph idx="1"/>
          </p:nvPr>
        </p:nvSpPr>
        <p:spPr>
          <a:xfrm>
            <a:off x="1068678" y="2492376"/>
            <a:ext cx="3040158" cy="3565233"/>
          </a:xfrm>
        </p:spPr>
        <p:txBody>
          <a:bodyPr>
            <a:normAutofit/>
          </a:bodyPr>
          <a:lstStyle/>
          <a:p>
            <a:r>
              <a:rPr lang="en-US" sz="1800" dirty="0"/>
              <a:t>Your group’s task is to investigate the astrophysics of your Universe, starting with constructing a distance ladder and calculating the Hubble constant.</a:t>
            </a:r>
          </a:p>
          <a:p>
            <a:r>
              <a:rPr lang="en-US" sz="1800" dirty="0"/>
              <a:t>You will each write a report on your group’s findings (not just your own). You may include figures/tables created by other group members, acknowledging where they are from.</a:t>
            </a:r>
          </a:p>
        </p:txBody>
      </p:sp>
      <p:pic>
        <p:nvPicPr>
          <p:cNvPr id="5" name="Picture 4" descr="A picture containing blue, sitting, star, light&#10;&#10;Description automatically generated">
            <a:extLst>
              <a:ext uri="{FF2B5EF4-FFF2-40B4-BE49-F238E27FC236}">
                <a16:creationId xmlns:a16="http://schemas.microsoft.com/office/drawing/2014/main" id="{6FDC1550-3EE0-5BD8-CA65-A2EEA07B0AE0}"/>
              </a:ext>
            </a:extLst>
          </p:cNvPr>
          <p:cNvPicPr>
            <a:picLocks noChangeAspect="1"/>
          </p:cNvPicPr>
          <p:nvPr/>
        </p:nvPicPr>
        <p:blipFill rotWithShape="1">
          <a:blip r:embed="rId2"/>
          <a:srcRect l="22286" r="20857" b="-1"/>
          <a:stretch/>
        </p:blipFill>
        <p:spPr>
          <a:xfrm>
            <a:off x="4574169" y="2492376"/>
            <a:ext cx="3601803" cy="3563372"/>
          </a:xfrm>
          <a:prstGeom prst="rect">
            <a:avLst/>
          </a:prstGeom>
        </p:spPr>
      </p:pic>
      <p:sp>
        <p:nvSpPr>
          <p:cNvPr id="4" name="Title 1">
            <a:extLst>
              <a:ext uri="{FF2B5EF4-FFF2-40B4-BE49-F238E27FC236}">
                <a16:creationId xmlns:a16="http://schemas.microsoft.com/office/drawing/2014/main" id="{29B868E0-D33A-426F-6E33-CD60F3C8858C}"/>
              </a:ext>
            </a:extLst>
          </p:cNvPr>
          <p:cNvSpPr txBox="1">
            <a:spLocks/>
          </p:cNvSpPr>
          <p:nvPr/>
        </p:nvSpPr>
        <p:spPr>
          <a:xfrm>
            <a:off x="937860" y="912205"/>
            <a:ext cx="772989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500" dirty="0"/>
              <a:t>The task</a:t>
            </a:r>
          </a:p>
        </p:txBody>
      </p:sp>
    </p:spTree>
    <p:extLst>
      <p:ext uri="{BB962C8B-B14F-4D97-AF65-F5344CB8AC3E}">
        <p14:creationId xmlns:p14="http://schemas.microsoft.com/office/powerpoint/2010/main" val="3156794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E18A3-ACAA-0658-2ED9-7E090EBEEC37}"/>
            </a:ext>
          </a:extLst>
        </p:cNvPr>
        <p:cNvGrpSpPr/>
        <p:nvPr/>
      </p:nvGrpSpPr>
      <p:grpSpPr>
        <a:xfrm>
          <a:off x="0" y="0"/>
          <a:ext cx="0" cy="0"/>
          <a:chOff x="0" y="0"/>
          <a:chExt cx="0" cy="0"/>
        </a:xfrm>
      </p:grpSpPr>
      <p:pic>
        <p:nvPicPr>
          <p:cNvPr id="4" name="Picture 3" descr="A diagram of a computer&#10;&#10;AI-generated content may be incorrect.">
            <a:extLst>
              <a:ext uri="{FF2B5EF4-FFF2-40B4-BE49-F238E27FC236}">
                <a16:creationId xmlns:a16="http://schemas.microsoft.com/office/drawing/2014/main" id="{15A1C842-D6C6-F7B7-8126-C4514C2B83DA}"/>
              </a:ext>
            </a:extLst>
          </p:cNvPr>
          <p:cNvPicPr>
            <a:picLocks noChangeAspect="1"/>
          </p:cNvPicPr>
          <p:nvPr/>
        </p:nvPicPr>
        <p:blipFill>
          <a:blip r:embed="rId2"/>
          <a:stretch>
            <a:fillRect/>
          </a:stretch>
        </p:blipFill>
        <p:spPr>
          <a:xfrm>
            <a:off x="1150391" y="2455690"/>
            <a:ext cx="7269765" cy="4010530"/>
          </a:xfrm>
          <a:prstGeom prst="rect">
            <a:avLst/>
          </a:prstGeom>
        </p:spPr>
      </p:pic>
      <p:sp>
        <p:nvSpPr>
          <p:cNvPr id="2" name="Title 1">
            <a:extLst>
              <a:ext uri="{FF2B5EF4-FFF2-40B4-BE49-F238E27FC236}">
                <a16:creationId xmlns:a16="http://schemas.microsoft.com/office/drawing/2014/main" id="{6263D360-D6A1-E410-B790-A00C7A2A1293}"/>
              </a:ext>
            </a:extLst>
          </p:cNvPr>
          <p:cNvSpPr txBox="1">
            <a:spLocks/>
          </p:cNvSpPr>
          <p:nvPr/>
        </p:nvSpPr>
        <p:spPr>
          <a:xfrm>
            <a:off x="785460" y="759805"/>
            <a:ext cx="7729890" cy="1325563"/>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3500">
                <a:solidFill>
                  <a:srgbClr val="FFFFFF"/>
                </a:solidFill>
              </a:rPr>
              <a:t>The New Earth Universe: overview</a:t>
            </a:r>
            <a:endParaRPr lang="en-US" sz="3500" dirty="0">
              <a:solidFill>
                <a:srgbClr val="FFFFFF"/>
              </a:solidFill>
            </a:endParaRPr>
          </a:p>
        </p:txBody>
      </p:sp>
      <p:sp>
        <p:nvSpPr>
          <p:cNvPr id="7" name="Title 1">
            <a:extLst>
              <a:ext uri="{FF2B5EF4-FFF2-40B4-BE49-F238E27FC236}">
                <a16:creationId xmlns:a16="http://schemas.microsoft.com/office/drawing/2014/main" id="{A89E7931-4A9B-4264-E8BD-A7B0BC036176}"/>
              </a:ext>
            </a:extLst>
          </p:cNvPr>
          <p:cNvSpPr txBox="1">
            <a:spLocks/>
          </p:cNvSpPr>
          <p:nvPr/>
        </p:nvSpPr>
        <p:spPr>
          <a:xfrm>
            <a:off x="937860" y="912205"/>
            <a:ext cx="772989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500" dirty="0"/>
              <a:t>Wide-field camera layout</a:t>
            </a:r>
          </a:p>
        </p:txBody>
      </p:sp>
    </p:spTree>
    <p:extLst>
      <p:ext uri="{BB962C8B-B14F-4D97-AF65-F5344CB8AC3E}">
        <p14:creationId xmlns:p14="http://schemas.microsoft.com/office/powerpoint/2010/main" val="537380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6FF60-2F30-9A85-72F4-C21FAD984E1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6D8F801-DEA8-93E9-3BD3-B6A6CA2735AA}"/>
              </a:ext>
            </a:extLst>
          </p:cNvPr>
          <p:cNvSpPr/>
          <p:nvPr/>
        </p:nvSpPr>
        <p:spPr>
          <a:xfrm>
            <a:off x="1020277" y="2392200"/>
            <a:ext cx="7767587" cy="43217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Picture 4" descr="A black grid with white lights and stars&#10;&#10;AI-generated content may be incorrect.">
            <a:extLst>
              <a:ext uri="{FF2B5EF4-FFF2-40B4-BE49-F238E27FC236}">
                <a16:creationId xmlns:a16="http://schemas.microsoft.com/office/drawing/2014/main" id="{6E02399C-52EE-A5A7-95DC-4036312D1ED0}"/>
              </a:ext>
            </a:extLst>
          </p:cNvPr>
          <p:cNvPicPr>
            <a:picLocks noChangeAspect="1"/>
          </p:cNvPicPr>
          <p:nvPr/>
        </p:nvPicPr>
        <p:blipFill>
          <a:blip r:embed="rId2"/>
          <a:stretch>
            <a:fillRect/>
          </a:stretch>
        </p:blipFill>
        <p:spPr>
          <a:xfrm>
            <a:off x="2261478" y="2248144"/>
            <a:ext cx="5285184" cy="4609855"/>
          </a:xfrm>
          <a:prstGeom prst="rect">
            <a:avLst/>
          </a:prstGeom>
        </p:spPr>
      </p:pic>
      <p:sp>
        <p:nvSpPr>
          <p:cNvPr id="2" name="Title 1">
            <a:extLst>
              <a:ext uri="{FF2B5EF4-FFF2-40B4-BE49-F238E27FC236}">
                <a16:creationId xmlns:a16="http://schemas.microsoft.com/office/drawing/2014/main" id="{3BDC7C8F-CE15-124F-BDC2-D3E0D92770D3}"/>
              </a:ext>
            </a:extLst>
          </p:cNvPr>
          <p:cNvSpPr txBox="1">
            <a:spLocks/>
          </p:cNvSpPr>
          <p:nvPr/>
        </p:nvSpPr>
        <p:spPr>
          <a:xfrm>
            <a:off x="937860" y="912205"/>
            <a:ext cx="772989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500" dirty="0"/>
              <a:t>Wide-field image</a:t>
            </a:r>
          </a:p>
        </p:txBody>
      </p:sp>
    </p:spTree>
    <p:extLst>
      <p:ext uri="{BB962C8B-B14F-4D97-AF65-F5344CB8AC3E}">
        <p14:creationId xmlns:p14="http://schemas.microsoft.com/office/powerpoint/2010/main" val="2496531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03F6B-ACAB-30D8-B297-8B937BD5EEC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7E5C9C9-A953-DA5F-D3AF-3ABB19AA7BFC}"/>
              </a:ext>
            </a:extLst>
          </p:cNvPr>
          <p:cNvSpPr/>
          <p:nvPr/>
        </p:nvSpPr>
        <p:spPr>
          <a:xfrm>
            <a:off x="1020277" y="2392200"/>
            <a:ext cx="7767587" cy="43217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descr="A graph with blue dots&#10;&#10;AI-generated content may be incorrect.">
            <a:extLst>
              <a:ext uri="{FF2B5EF4-FFF2-40B4-BE49-F238E27FC236}">
                <a16:creationId xmlns:a16="http://schemas.microsoft.com/office/drawing/2014/main" id="{61EF2443-85F2-53C6-D167-984410EEFC4D}"/>
              </a:ext>
            </a:extLst>
          </p:cNvPr>
          <p:cNvPicPr>
            <a:picLocks noChangeAspect="1"/>
          </p:cNvPicPr>
          <p:nvPr/>
        </p:nvPicPr>
        <p:blipFill>
          <a:blip r:embed="rId2"/>
          <a:stretch>
            <a:fillRect/>
          </a:stretch>
        </p:blipFill>
        <p:spPr>
          <a:xfrm>
            <a:off x="1860083" y="2448340"/>
            <a:ext cx="6263640" cy="4337632"/>
          </a:xfrm>
          <a:prstGeom prst="rect">
            <a:avLst/>
          </a:prstGeom>
        </p:spPr>
      </p:pic>
      <p:sp>
        <p:nvSpPr>
          <p:cNvPr id="2" name="Title 1">
            <a:extLst>
              <a:ext uri="{FF2B5EF4-FFF2-40B4-BE49-F238E27FC236}">
                <a16:creationId xmlns:a16="http://schemas.microsoft.com/office/drawing/2014/main" id="{347075F7-39D3-28A3-63A1-FF6A045BDF33}"/>
              </a:ext>
            </a:extLst>
          </p:cNvPr>
          <p:cNvSpPr txBox="1">
            <a:spLocks/>
          </p:cNvSpPr>
          <p:nvPr/>
        </p:nvSpPr>
        <p:spPr>
          <a:xfrm>
            <a:off x="937860" y="912205"/>
            <a:ext cx="772989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500" dirty="0"/>
              <a:t>Variable sources</a:t>
            </a:r>
          </a:p>
        </p:txBody>
      </p:sp>
    </p:spTree>
    <p:extLst>
      <p:ext uri="{BB962C8B-B14F-4D97-AF65-F5344CB8AC3E}">
        <p14:creationId xmlns:p14="http://schemas.microsoft.com/office/powerpoint/2010/main" val="3557620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D896D-CF6F-1031-917D-276951848C5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57B30BC-A043-4D4C-4AEA-29EE516B1793}"/>
              </a:ext>
            </a:extLst>
          </p:cNvPr>
          <p:cNvSpPr/>
          <p:nvPr/>
        </p:nvSpPr>
        <p:spPr>
          <a:xfrm>
            <a:off x="1020277" y="2392200"/>
            <a:ext cx="7767587" cy="43217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003402C9-9F9A-80AE-973F-F420D4570463}"/>
              </a:ext>
            </a:extLst>
          </p:cNvPr>
          <p:cNvSpPr>
            <a:spLocks noChangeArrowheads="1"/>
          </p:cNvSpPr>
          <p:nvPr/>
        </p:nvSpPr>
        <p:spPr bwMode="auto">
          <a:xfrm>
            <a:off x="688206" y="1995528"/>
            <a:ext cx="7767587" cy="4346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981" tIns="79350" rIns="91440" bIns="7935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0" i="0" u="none" strike="noStrike" cap="none" normalizeH="0" baseline="0" dirty="0">
                <a:ln>
                  <a:noFill/>
                </a:ln>
                <a:solidFill>
                  <a:schemeClr val="tx1"/>
                </a:solidFill>
                <a:effectLst/>
                <a:latin typeface="Roboto" panose="02000000000000000000" pitchFamily="2" charset="0"/>
              </a:rPr>
              <a:t>Does your Universe contain galaxies? Galaxies with disks? How big are the disks (radius and thickness)? Do they have dark matter? Which galaxy does New Earth reside in? Can you produce an H-R diagram for New Earth's galaxy?</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0" i="0" u="none" strike="noStrike" cap="none" normalizeH="0" baseline="0" dirty="0">
                <a:ln>
                  <a:noFill/>
                </a:ln>
                <a:solidFill>
                  <a:schemeClr val="tx1"/>
                </a:solidFill>
                <a:effectLst/>
                <a:latin typeface="Roboto" panose="02000000000000000000" pitchFamily="2" charset="0"/>
              </a:rPr>
              <a:t>Is the cosmological principle obeyed (i.e. homogeneity and isotropy?)</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0" i="0" u="none" strike="noStrike" cap="none" normalizeH="0" baseline="0" dirty="0">
                <a:ln>
                  <a:noFill/>
                </a:ln>
                <a:solidFill>
                  <a:schemeClr val="tx1"/>
                </a:solidFill>
                <a:effectLst/>
                <a:latin typeface="Roboto" panose="02000000000000000000" pitchFamily="2" charset="0"/>
              </a:rPr>
              <a:t>What are the X-ray flashes all about? Why do they occur and how frequently?</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0" i="0" u="none" strike="noStrike" cap="none" normalizeH="0" baseline="0" dirty="0">
                <a:ln>
                  <a:noFill/>
                </a:ln>
                <a:solidFill>
                  <a:schemeClr val="tx1"/>
                </a:solidFill>
                <a:effectLst/>
                <a:latin typeface="Roboto" panose="02000000000000000000" pitchFamily="2" charset="0"/>
              </a:rPr>
              <a:t>How massive are galaxies in your Universe? How many stars per galaxy (typically)? What are the temperatures and radii of these stars? What's their mass to light ratio?</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0" i="0" u="none" strike="noStrike" cap="none" normalizeH="0" baseline="0" dirty="0">
                <a:ln>
                  <a:noFill/>
                </a:ln>
                <a:solidFill>
                  <a:schemeClr val="tx1"/>
                </a:solidFill>
                <a:effectLst/>
                <a:latin typeface="Roboto" panose="02000000000000000000" pitchFamily="2" charset="0"/>
              </a:rPr>
              <a:t>How far away are the galaxies in your Universe? More importantly: </a:t>
            </a:r>
            <a:r>
              <a:rPr kumimoji="0" lang="en-US" altLang="en-US" sz="1600" b="1" i="0" u="none" strike="noStrike" cap="none" normalizeH="0" baseline="0" dirty="0">
                <a:ln>
                  <a:noFill/>
                </a:ln>
                <a:solidFill>
                  <a:schemeClr val="tx1"/>
                </a:solidFill>
                <a:effectLst/>
                <a:latin typeface="Roboto" panose="02000000000000000000" pitchFamily="2" charset="0"/>
              </a:rPr>
              <a:t>can you construct a convincing distance ladder?</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0" i="0" u="none" strike="noStrike" cap="none" normalizeH="0" baseline="0" dirty="0">
                <a:ln>
                  <a:noFill/>
                </a:ln>
                <a:solidFill>
                  <a:schemeClr val="tx1"/>
                </a:solidFill>
                <a:effectLst/>
                <a:latin typeface="Roboto" panose="02000000000000000000" pitchFamily="2" charset="0"/>
              </a:rPr>
              <a:t>Can you determine if you have any groups or clusters of galaxies? What are their populations and stellar populations like? What is the ratio of total cluster mass to luminous cluster mass? Do the galaxies contain black holes?</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1" i="0" u="none" strike="noStrike" cap="none" normalizeH="0" baseline="0" dirty="0">
                <a:ln>
                  <a:noFill/>
                </a:ln>
                <a:solidFill>
                  <a:schemeClr val="tx1"/>
                </a:solidFill>
                <a:effectLst/>
                <a:latin typeface="Roboto" panose="02000000000000000000" pitchFamily="2" charset="0"/>
              </a:rPr>
              <a:t>Compute Hubble's constant. </a:t>
            </a:r>
            <a:r>
              <a:rPr kumimoji="0" lang="en-US" altLang="en-US" sz="1600" b="0" i="0" u="none" strike="noStrike" cap="none" normalizeH="0" baseline="0" dirty="0">
                <a:ln>
                  <a:noFill/>
                </a:ln>
                <a:solidFill>
                  <a:schemeClr val="tx1"/>
                </a:solidFill>
                <a:effectLst/>
                <a:latin typeface="Roboto" panose="02000000000000000000" pitchFamily="2" charset="0"/>
              </a:rPr>
              <a:t>How old is your Universe?</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0" i="0" u="none" strike="noStrike" cap="none" normalizeH="0" baseline="0" dirty="0">
                <a:ln>
                  <a:noFill/>
                </a:ln>
                <a:solidFill>
                  <a:schemeClr val="tx1"/>
                </a:solidFill>
                <a:effectLst/>
                <a:latin typeface="Roboto" panose="02000000000000000000" pitchFamily="2" charset="0"/>
              </a:rPr>
              <a:t>Only for those of you feeling very ambitious!</a:t>
            </a:r>
          </a:p>
          <a:p>
            <a:pPr marL="742950" marR="0" lvl="1"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0" i="0" u="none" strike="noStrike" cap="none" normalizeH="0" baseline="0" dirty="0">
                <a:ln>
                  <a:noFill/>
                </a:ln>
                <a:solidFill>
                  <a:schemeClr val="tx1"/>
                </a:solidFill>
                <a:effectLst/>
                <a:latin typeface="Roboto" panose="02000000000000000000" pitchFamily="2" charset="0"/>
              </a:rPr>
              <a:t>How did your Universe begin and what is its future? Is there life elsewhere in your galaxy or Universe?</a:t>
            </a:r>
          </a:p>
        </p:txBody>
      </p:sp>
      <p:sp>
        <p:nvSpPr>
          <p:cNvPr id="4" name="Title 1">
            <a:extLst>
              <a:ext uri="{FF2B5EF4-FFF2-40B4-BE49-F238E27FC236}">
                <a16:creationId xmlns:a16="http://schemas.microsoft.com/office/drawing/2014/main" id="{61A5A44D-5624-383C-877B-160E4033E858}"/>
              </a:ext>
            </a:extLst>
          </p:cNvPr>
          <p:cNvSpPr txBox="1">
            <a:spLocks/>
          </p:cNvSpPr>
          <p:nvPr/>
        </p:nvSpPr>
        <p:spPr>
          <a:xfrm>
            <a:off x="950844" y="516461"/>
            <a:ext cx="772989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500" dirty="0"/>
              <a:t>Options for your analysis</a:t>
            </a:r>
            <a:br>
              <a:rPr lang="en-US" sz="3500" dirty="0"/>
            </a:br>
            <a:r>
              <a:rPr lang="en-US" sz="3500" dirty="0"/>
              <a:t>(not all are required!)</a:t>
            </a:r>
          </a:p>
        </p:txBody>
      </p:sp>
    </p:spTree>
    <p:extLst>
      <p:ext uri="{BB962C8B-B14F-4D97-AF65-F5344CB8AC3E}">
        <p14:creationId xmlns:p14="http://schemas.microsoft.com/office/powerpoint/2010/main" val="1814649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795" cy="685800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7255" y="-59376"/>
            <a:ext cx="9386886" cy="6923798"/>
            <a:chOff x="-329674" y="-51881"/>
            <a:chExt cx="12515851" cy="6923798"/>
          </a:xfrm>
        </p:grpSpPr>
        <p:sp>
          <p:nvSpPr>
            <p:cNvPr id="20"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1"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2"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3"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4"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5"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6"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7"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8"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29"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30"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31"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32"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33"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34"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35"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36"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37"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sp>
          <p:nvSpPr>
            <p:cNvPr id="38"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AU"/>
            </a:p>
          </p:txBody>
        </p:sp>
      </p:grpSp>
      <p:sp>
        <p:nvSpPr>
          <p:cNvPr id="2" name="Title 1">
            <a:extLst>
              <a:ext uri="{FF2B5EF4-FFF2-40B4-BE49-F238E27FC236}">
                <a16:creationId xmlns:a16="http://schemas.microsoft.com/office/drawing/2014/main" id="{236412D6-98AF-C84B-BA0A-7DB17513FB8D}"/>
              </a:ext>
            </a:extLst>
          </p:cNvPr>
          <p:cNvSpPr>
            <a:spLocks noGrp="1"/>
          </p:cNvSpPr>
          <p:nvPr>
            <p:ph type="title"/>
          </p:nvPr>
        </p:nvSpPr>
        <p:spPr>
          <a:xfrm>
            <a:off x="666472" y="4760132"/>
            <a:ext cx="3820197" cy="1777829"/>
          </a:xfrm>
        </p:spPr>
        <p:txBody>
          <a:bodyPr vert="horz" lIns="91440" tIns="45720" rIns="91440" bIns="45720" rtlCol="0">
            <a:normAutofit/>
          </a:bodyPr>
          <a:lstStyle/>
          <a:p>
            <a:pPr algn="r" defTabSz="914400"/>
            <a:r>
              <a:rPr lang="en-US" sz="3500" dirty="0"/>
              <a:t>What is a</a:t>
            </a:r>
            <a:br>
              <a:rPr lang="en-US" sz="3500" dirty="0"/>
            </a:br>
            <a:r>
              <a:rPr lang="en-US" sz="3500" dirty="0"/>
              <a:t>distance ladder?</a:t>
            </a:r>
          </a:p>
        </p:txBody>
      </p:sp>
      <p:pic>
        <p:nvPicPr>
          <p:cNvPr id="5" name="Picture 4" descr="A screenshot of a cell phone&#10;&#10;Description automatically generated">
            <a:extLst>
              <a:ext uri="{FF2B5EF4-FFF2-40B4-BE49-F238E27FC236}">
                <a16:creationId xmlns:a16="http://schemas.microsoft.com/office/drawing/2014/main" id="{AF3429BE-D325-EC47-B331-555668E6A534}"/>
              </a:ext>
            </a:extLst>
          </p:cNvPr>
          <p:cNvPicPr>
            <a:picLocks noChangeAspect="1"/>
          </p:cNvPicPr>
          <p:nvPr/>
        </p:nvPicPr>
        <p:blipFill rotWithShape="1">
          <a:blip r:embed="rId2"/>
          <a:srcRect t="6653" b="3191"/>
          <a:stretch/>
        </p:blipFill>
        <p:spPr>
          <a:xfrm>
            <a:off x="20" y="2872"/>
            <a:ext cx="9143980" cy="4595954"/>
          </a:xfrm>
          <a:custGeom>
            <a:avLst/>
            <a:gdLst/>
            <a:ahLst/>
            <a:cxnLst/>
            <a:rect l="l" t="t" r="r" b="b"/>
            <a:pathLst>
              <a:path w="12192000" h="4621300">
                <a:moveTo>
                  <a:pt x="0" y="0"/>
                </a:moveTo>
                <a:lnTo>
                  <a:pt x="12192000" y="0"/>
                </a:lnTo>
                <a:lnTo>
                  <a:pt x="12192000" y="3104412"/>
                </a:lnTo>
                <a:lnTo>
                  <a:pt x="12192000" y="3296537"/>
                </a:lnTo>
                <a:lnTo>
                  <a:pt x="12192000" y="4272355"/>
                </a:lnTo>
                <a:lnTo>
                  <a:pt x="12113803" y="4280638"/>
                </a:lnTo>
                <a:cubicBezTo>
                  <a:pt x="10139508" y="4478587"/>
                  <a:pt x="8237152" y="4571590"/>
                  <a:pt x="6753597" y="4604195"/>
                </a:cubicBezTo>
                <a:cubicBezTo>
                  <a:pt x="4940362" y="4644044"/>
                  <a:pt x="2657278" y="4624714"/>
                  <a:pt x="400746" y="4432852"/>
                </a:cubicBezTo>
                <a:lnTo>
                  <a:pt x="0" y="4395876"/>
                </a:lnTo>
                <a:lnTo>
                  <a:pt x="0" y="3296537"/>
                </a:lnTo>
                <a:lnTo>
                  <a:pt x="0" y="3104412"/>
                </a:lnTo>
                <a:close/>
              </a:path>
            </a:pathLst>
          </a:custGeom>
        </p:spPr>
      </p:pic>
      <p:sp>
        <p:nvSpPr>
          <p:cNvPr id="3" name="Content Placeholder 2">
            <a:extLst>
              <a:ext uri="{FF2B5EF4-FFF2-40B4-BE49-F238E27FC236}">
                <a16:creationId xmlns:a16="http://schemas.microsoft.com/office/drawing/2014/main" id="{7DB85257-1E8D-C54A-ABD7-5C99E5F798EE}"/>
              </a:ext>
            </a:extLst>
          </p:cNvPr>
          <p:cNvSpPr>
            <a:spLocks noGrp="1"/>
          </p:cNvSpPr>
          <p:nvPr>
            <p:ph idx="1"/>
          </p:nvPr>
        </p:nvSpPr>
        <p:spPr>
          <a:xfrm>
            <a:off x="4670029" y="4767660"/>
            <a:ext cx="3880210" cy="1770300"/>
          </a:xfrm>
        </p:spPr>
        <p:txBody>
          <a:bodyPr vert="horz" lIns="91440" tIns="45720" rIns="91440" bIns="45720" rtlCol="0" anchor="ctr">
            <a:normAutofit/>
          </a:bodyPr>
          <a:lstStyle/>
          <a:p>
            <a:pPr marL="0" indent="0" defTabSz="914400">
              <a:spcBef>
                <a:spcPts val="1000"/>
              </a:spcBef>
              <a:buNone/>
            </a:pPr>
            <a:r>
              <a:rPr lang="en-US" sz="1600" dirty="0"/>
              <a:t>Schneider Ch 2.2, 3.9.</a:t>
            </a:r>
          </a:p>
          <a:p>
            <a:pPr marL="0" indent="0" defTabSz="914400">
              <a:spcBef>
                <a:spcPts val="1000"/>
              </a:spcBef>
              <a:buNone/>
            </a:pPr>
            <a:r>
              <a:rPr lang="en-US" sz="1600" dirty="0"/>
              <a:t>Also see discussion at end of 6.4.4.</a:t>
            </a:r>
          </a:p>
        </p:txBody>
      </p:sp>
    </p:spTree>
    <p:extLst>
      <p:ext uri="{BB962C8B-B14F-4D97-AF65-F5344CB8AC3E}">
        <p14:creationId xmlns:p14="http://schemas.microsoft.com/office/powerpoint/2010/main" val="543102061"/>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gradFill>
            <a:gsLst>
              <a:gs pos="0">
                <a:schemeClr val="accent4"/>
              </a:gs>
              <a:gs pos="25000">
                <a:schemeClr val="accent4"/>
              </a:gs>
              <a:gs pos="94000">
                <a:schemeClr val="accent2"/>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a:extLst>
              <a:ext uri="{FF2B5EF4-FFF2-40B4-BE49-F238E27FC236}">
                <a16:creationId xmlns:a16="http://schemas.microsoft.com/office/drawing/2014/main" id="{0ECE9B1A-62FB-6F4B-B2B7-B5F078978327}"/>
              </a:ext>
            </a:extLst>
          </p:cNvPr>
          <p:cNvSpPr>
            <a:spLocks noGrp="1"/>
          </p:cNvSpPr>
          <p:nvPr>
            <p:ph type="title"/>
          </p:nvPr>
        </p:nvSpPr>
        <p:spPr>
          <a:xfrm>
            <a:off x="480059" y="2053641"/>
            <a:ext cx="2751871" cy="2760098"/>
          </a:xfrm>
        </p:spPr>
        <p:txBody>
          <a:bodyPr>
            <a:normAutofit/>
          </a:bodyPr>
          <a:lstStyle/>
          <a:p>
            <a:r>
              <a:rPr lang="en-US">
                <a:solidFill>
                  <a:srgbClr val="FFFFFF"/>
                </a:solidFill>
              </a:rPr>
              <a:t>Tips</a:t>
            </a:r>
          </a:p>
        </p:txBody>
      </p:sp>
      <p:sp>
        <p:nvSpPr>
          <p:cNvPr id="3" name="Content Placeholder 2">
            <a:extLst>
              <a:ext uri="{FF2B5EF4-FFF2-40B4-BE49-F238E27FC236}">
                <a16:creationId xmlns:a16="http://schemas.microsoft.com/office/drawing/2014/main" id="{659A889D-E8E8-5A4E-AA22-84722B3E16FD}"/>
              </a:ext>
            </a:extLst>
          </p:cNvPr>
          <p:cNvSpPr>
            <a:spLocks noGrp="1"/>
          </p:cNvSpPr>
          <p:nvPr>
            <p:ph idx="1"/>
          </p:nvPr>
        </p:nvSpPr>
        <p:spPr>
          <a:xfrm>
            <a:off x="4567930" y="801866"/>
            <a:ext cx="3979563" cy="5230634"/>
          </a:xfrm>
        </p:spPr>
        <p:txBody>
          <a:bodyPr anchor="ctr">
            <a:normAutofit/>
          </a:bodyPr>
          <a:lstStyle/>
          <a:p>
            <a:r>
              <a:rPr lang="en-US" sz="1600" dirty="0">
                <a:solidFill>
                  <a:srgbClr val="000000"/>
                </a:solidFill>
              </a:rPr>
              <a:t>Use the time wisely.</a:t>
            </a:r>
          </a:p>
          <a:p>
            <a:r>
              <a:rPr lang="en-US" sz="1600" dirty="0">
                <a:solidFill>
                  <a:srgbClr val="000000"/>
                </a:solidFill>
              </a:rPr>
              <a:t>Talk to your group!</a:t>
            </a:r>
          </a:p>
          <a:p>
            <a:r>
              <a:rPr lang="en-US" sz="1600" dirty="0">
                <a:solidFill>
                  <a:srgbClr val="000000"/>
                </a:solidFill>
              </a:rPr>
              <a:t>Important:  Send at least one post to the group discussion board on Ed showing some results that you have obtained. The more results you can show the better. This demonstrates your ‘project contribution’ in the marking scheme.</a:t>
            </a:r>
          </a:p>
          <a:p>
            <a:r>
              <a:rPr lang="en-US" sz="1600" dirty="0">
                <a:solidFill>
                  <a:srgbClr val="000000"/>
                </a:solidFill>
              </a:rPr>
              <a:t>Read the marking scheme before writing your report.</a:t>
            </a:r>
            <a:endParaRPr lang="en-US" sz="1600" b="1" dirty="0">
              <a:solidFill>
                <a:srgbClr val="000000"/>
              </a:solidFill>
            </a:endParaRPr>
          </a:p>
          <a:p>
            <a:r>
              <a:rPr lang="en-US" sz="1600" dirty="0">
                <a:solidFill>
                  <a:srgbClr val="000000"/>
                </a:solidFill>
              </a:rPr>
              <a:t>Reports should contain a title, author name, a clearly structured main body and either an abstract or a summary. Aim at writing around 10 pages. Make sure figures are properly labeled etc. Do not include lengthy data tables in your report.</a:t>
            </a:r>
            <a:endParaRPr lang="en-US" sz="1600" b="1" dirty="0">
              <a:solidFill>
                <a:srgbClr val="000000"/>
              </a:solidFill>
            </a:endParaRPr>
          </a:p>
          <a:p>
            <a:r>
              <a:rPr lang="en-US" sz="1600" b="1" dirty="0">
                <a:solidFill>
                  <a:srgbClr val="000000"/>
                </a:solidFill>
              </a:rPr>
              <a:t>Deadline for submission of DL Reports: </a:t>
            </a:r>
            <a:r>
              <a:rPr lang="en-AU" sz="1600" b="1" dirty="0"/>
              <a:t>Friday, 29</a:t>
            </a:r>
            <a:r>
              <a:rPr lang="en-AU" sz="1600" b="1" baseline="30000" dirty="0"/>
              <a:t>th</a:t>
            </a:r>
            <a:r>
              <a:rPr lang="en-AU" sz="1600" b="1" dirty="0"/>
              <a:t> of May at 3pm</a:t>
            </a:r>
            <a:endParaRPr lang="en-US" sz="1600" dirty="0">
              <a:solidFill>
                <a:srgbClr val="000000"/>
              </a:solidFill>
            </a:endParaRPr>
          </a:p>
          <a:p>
            <a:endParaRPr lang="en-US" sz="1600" dirty="0">
              <a:solidFill>
                <a:srgbClr val="000000"/>
              </a:solidFill>
            </a:endParaRPr>
          </a:p>
        </p:txBody>
      </p:sp>
    </p:spTree>
    <p:extLst>
      <p:ext uri="{BB962C8B-B14F-4D97-AF65-F5344CB8AC3E}">
        <p14:creationId xmlns:p14="http://schemas.microsoft.com/office/powerpoint/2010/main" val="2108576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DCE29-6532-F241-BE90-1E34322B5F51}"/>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3B58CC1A-3981-7A44-A1DD-0F13922F040F}"/>
              </a:ext>
            </a:extLst>
          </p:cNvPr>
          <p:cNvSpPr>
            <a:spLocks noGrp="1"/>
          </p:cNvSpPr>
          <p:nvPr>
            <p:ph idx="1"/>
          </p:nvPr>
        </p:nvSpPr>
        <p:spPr/>
        <p:txBody>
          <a:bodyPr/>
          <a:lstStyle/>
          <a:p>
            <a:r>
              <a:rPr lang="en-US" dirty="0"/>
              <a:t>Now</a:t>
            </a:r>
          </a:p>
          <a:p>
            <a:r>
              <a:rPr lang="en-US" dirty="0"/>
              <a:t>During workshops</a:t>
            </a:r>
          </a:p>
          <a:p>
            <a:r>
              <a:rPr lang="en-US" dirty="0"/>
              <a:t>On the Ed discussion board</a:t>
            </a:r>
          </a:p>
        </p:txBody>
      </p:sp>
    </p:spTree>
    <p:extLst>
      <p:ext uri="{BB962C8B-B14F-4D97-AF65-F5344CB8AC3E}">
        <p14:creationId xmlns:p14="http://schemas.microsoft.com/office/powerpoint/2010/main" val="631213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264F7730-B9A2-1ECE-1E0A-F1489A0A05FB}"/>
              </a:ext>
            </a:extLst>
          </p:cNvPr>
          <p:cNvPicPr>
            <a:picLocks noGrp="1" noChangeAspect="1"/>
          </p:cNvPicPr>
          <p:nvPr>
            <p:ph idx="1"/>
          </p:nvPr>
        </p:nvPicPr>
        <p:blipFill>
          <a:blip r:embed="rId3"/>
          <a:stretch>
            <a:fillRect/>
          </a:stretch>
        </p:blipFill>
        <p:spPr>
          <a:xfrm>
            <a:off x="482600" y="1124453"/>
            <a:ext cx="8178799" cy="4609094"/>
          </a:xfrm>
          <a:prstGeom prst="rect">
            <a:avLst/>
          </a:prstGeom>
        </p:spPr>
      </p:pic>
    </p:spTree>
    <p:extLst>
      <p:ext uri="{BB962C8B-B14F-4D97-AF65-F5344CB8AC3E}">
        <p14:creationId xmlns:p14="http://schemas.microsoft.com/office/powerpoint/2010/main" val="17234076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TVERSION" val="16"/>
  <p:tag name="TPOS" val="6"/>
  <p:tag name="TPVERSION" val="8"/>
  <p:tag name="TPFULLVERSION" val="2.0.0.56"/>
  <p:tag name="TPLASTSAVEPRODUCT" val="TurningPoint web for PowerPoin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505</TotalTime>
  <Words>552</Words>
  <Application>Microsoft Macintosh PowerPoint</Application>
  <PresentationFormat>On-screen Show (4:3)</PresentationFormat>
  <Paragraphs>46</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Courier New</vt:lpstr>
      <vt:lpstr>Roboto</vt:lpstr>
      <vt:lpstr>Office Theme</vt:lpstr>
      <vt:lpstr>Introduction to the   Distance Ladder Project</vt:lpstr>
      <vt:lpstr>Distance Ladder Project</vt:lpstr>
      <vt:lpstr>The New Earth Universe: overview</vt:lpstr>
      <vt:lpstr>The New Earth Universe: overview</vt:lpstr>
      <vt:lpstr>PowerPoint Presentation</vt:lpstr>
      <vt:lpstr>PowerPoint Presentation</vt:lpstr>
      <vt:lpstr>PowerPoint Presentation</vt:lpstr>
      <vt:lpstr>PowerPoint Presentation</vt:lpstr>
      <vt:lpstr>What is a distance ladder?</vt:lpstr>
      <vt:lpstr>Tips</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Distance Ladder Project</dc:title>
  <dc:creator>Sarah Sweet</dc:creator>
  <cp:lastModifiedBy>Sarah Sweet</cp:lastModifiedBy>
  <cp:revision>1</cp:revision>
  <dcterms:created xsi:type="dcterms:W3CDTF">2020-02-28T01:02:46Z</dcterms:created>
  <dcterms:modified xsi:type="dcterms:W3CDTF">2026-04-14T12:50:22Z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2026-04-14T03:40:23Z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eccb1170-0615-432b-b1cb-cf1f5503af4d</vt:lpwstr>
  </property>
  <property fmtid="{D5CDD505-2E9C-101B-9397-08002B2CF9AE}" pid="8" name="MSIP_Label_0f488380-630a-4f55-a077-a19445e3f360_ContentBits">
    <vt:lpwstr>0</vt:lpwstr>
  </property>
  <property fmtid="{D5CDD505-2E9C-101B-9397-08002B2CF9AE}" pid="9" name="MSIP_Label_0f488380-630a-4f55-a077-a19445e3f360_Tag">
    <vt:lpwstr>50, 3, 0, 1</vt:lpwstr>
  </property>
</Properties>
</file>